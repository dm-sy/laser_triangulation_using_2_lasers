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70" r:id="rId6"/>
    <p:sldId id="269" r:id="rId7"/>
    <p:sldId id="261" r:id="rId8"/>
    <p:sldId id="263" r:id="rId9"/>
    <p:sldId id="265" r:id="rId10"/>
    <p:sldId id="267" r:id="rId11"/>
    <p:sldId id="268" r:id="rId12"/>
    <p:sldId id="259" r:id="rId1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Я Uf" initials="ЯU" lastIdx="2" clrIdx="0">
    <p:extLst>
      <p:ext uri="{19B8F6BF-5375-455C-9EA6-DF929625EA0E}">
        <p15:presenceInfo xmlns:p15="http://schemas.microsoft.com/office/powerpoint/2012/main" userId="016bc2c04a30901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Я Uf" userId="016bc2c04a309013" providerId="LiveId" clId="{A58E2476-B2FA-4579-8142-6C18BA09130A}"/>
    <pc:docChg chg="undo redo custSel addSld delSld modSld sldOrd addSection delSection modSection">
      <pc:chgData name="Я Uf" userId="016bc2c04a309013" providerId="LiveId" clId="{A58E2476-B2FA-4579-8142-6C18BA09130A}" dt="2026-09-03T16:50:47.915" v="2628" actId="123"/>
      <pc:docMkLst>
        <pc:docMk/>
      </pc:docMkLst>
      <pc:sldChg chg="addSp delSp modSp mod addCm delCm">
        <pc:chgData name="Я Uf" userId="016bc2c04a309013" providerId="LiveId" clId="{A58E2476-B2FA-4579-8142-6C18BA09130A}" dt="2026-09-03T16:27:46.743" v="423" actId="1076"/>
        <pc:sldMkLst>
          <pc:docMk/>
          <pc:sldMk cId="207263059" sldId="256"/>
        </pc:sldMkLst>
        <pc:spChg chg="mod">
          <ac:chgData name="Я Uf" userId="016bc2c04a309013" providerId="LiveId" clId="{A58E2476-B2FA-4579-8142-6C18BA09130A}" dt="2026-09-03T16:08:06.003" v="402" actId="14100"/>
          <ac:spMkLst>
            <pc:docMk/>
            <pc:sldMk cId="207263059" sldId="256"/>
            <ac:spMk id="2" creationId="{FA0A6543-75C5-4DCB-9953-1670B06539E6}"/>
          </ac:spMkLst>
        </pc:spChg>
        <pc:spChg chg="mod">
          <ac:chgData name="Я Uf" userId="016bc2c04a309013" providerId="LiveId" clId="{A58E2476-B2FA-4579-8142-6C18BA09130A}" dt="2026-09-03T16:08:17.420" v="403" actId="14100"/>
          <ac:spMkLst>
            <pc:docMk/>
            <pc:sldMk cId="207263059" sldId="256"/>
            <ac:spMk id="3" creationId="{4CE29FF4-D62F-494D-95CE-AB3494CA1D92}"/>
          </ac:spMkLst>
        </pc:spChg>
        <pc:picChg chg="add mod ord">
          <ac:chgData name="Я Uf" userId="016bc2c04a309013" providerId="LiveId" clId="{A58E2476-B2FA-4579-8142-6C18BA09130A}" dt="2026-09-03T16:11:41.597" v="417" actId="167"/>
          <ac:picMkLst>
            <pc:docMk/>
            <pc:sldMk cId="207263059" sldId="256"/>
            <ac:picMk id="5" creationId="{3564A8F0-A564-4A27-96C7-F552C006CBA4}"/>
          </ac:picMkLst>
        </pc:picChg>
        <pc:picChg chg="add mod">
          <ac:chgData name="Я Uf" userId="016bc2c04a309013" providerId="LiveId" clId="{A58E2476-B2FA-4579-8142-6C18BA09130A}" dt="2026-09-03T16:27:46.743" v="423" actId="1076"/>
          <ac:picMkLst>
            <pc:docMk/>
            <pc:sldMk cId="207263059" sldId="256"/>
            <ac:picMk id="7" creationId="{DCB1503E-6CCD-4AD5-9484-1DB604160402}"/>
          </ac:picMkLst>
        </pc:picChg>
        <pc:picChg chg="add del mod">
          <ac:chgData name="Я Uf" userId="016bc2c04a309013" providerId="LiveId" clId="{A58E2476-B2FA-4579-8142-6C18BA09130A}" dt="2026-09-03T16:21:51.510" v="419" actId="478"/>
          <ac:picMkLst>
            <pc:docMk/>
            <pc:sldMk cId="207263059" sldId="256"/>
            <ac:picMk id="1026" creationId="{B4A2B206-725A-4639-9FE9-D203FDA045A4}"/>
          </ac:picMkLst>
        </pc:picChg>
      </pc:sldChg>
      <pc:sldChg chg="addSp delSp modSp new mod">
        <pc:chgData name="Я Uf" userId="016bc2c04a309013" providerId="LiveId" clId="{A58E2476-B2FA-4579-8142-6C18BA09130A}" dt="2026-09-03T18:01:57.328" v="1634" actId="6549"/>
        <pc:sldMkLst>
          <pc:docMk/>
          <pc:sldMk cId="3906764568" sldId="257"/>
        </pc:sldMkLst>
        <pc:spChg chg="mod">
          <ac:chgData name="Я Uf" userId="016bc2c04a309013" providerId="LiveId" clId="{A58E2476-B2FA-4579-8142-6C18BA09130A}" dt="2026-09-03T16:36:32.111" v="431" actId="1076"/>
          <ac:spMkLst>
            <pc:docMk/>
            <pc:sldMk cId="3906764568" sldId="257"/>
            <ac:spMk id="2" creationId="{218C4C38-ACE2-4FB6-BE84-CCF989AE1479}"/>
          </ac:spMkLst>
        </pc:spChg>
        <pc:spChg chg="add del mod">
          <ac:chgData name="Я Uf" userId="016bc2c04a309013" providerId="LiveId" clId="{A58E2476-B2FA-4579-8142-6C18BA09130A}" dt="2026-09-03T16:37:09.842" v="440"/>
          <ac:spMkLst>
            <pc:docMk/>
            <pc:sldMk cId="3906764568" sldId="257"/>
            <ac:spMk id="3" creationId="{C1C7D5BC-6D0A-402F-9DBD-AFD904E5E7C8}"/>
          </ac:spMkLst>
        </pc:spChg>
        <pc:spChg chg="add del mod">
          <ac:chgData name="Я Uf" userId="016bc2c04a309013" providerId="LiveId" clId="{A58E2476-B2FA-4579-8142-6C18BA09130A}" dt="2026-09-03T15:40:04.236" v="154"/>
          <ac:spMkLst>
            <pc:docMk/>
            <pc:sldMk cId="3906764568" sldId="257"/>
            <ac:spMk id="4" creationId="{C7F991EF-51A0-47CD-B7BE-9D7579A33F48}"/>
          </ac:spMkLst>
        </pc:spChg>
        <pc:spChg chg="add mod">
          <ac:chgData name="Я Uf" userId="016bc2c04a309013" providerId="LiveId" clId="{A58E2476-B2FA-4579-8142-6C18BA09130A}" dt="2026-09-03T18:01:55.617" v="1633" actId="6549"/>
          <ac:spMkLst>
            <pc:docMk/>
            <pc:sldMk cId="3906764568" sldId="257"/>
            <ac:spMk id="22" creationId="{FBD0DD34-9CD6-427A-8FC1-20FCE7CB9A5F}"/>
          </ac:spMkLst>
        </pc:spChg>
        <pc:spChg chg="add mod">
          <ac:chgData name="Я Uf" userId="016bc2c04a309013" providerId="LiveId" clId="{A58E2476-B2FA-4579-8142-6C18BA09130A}" dt="2026-09-03T18:01:57.328" v="1634" actId="6549"/>
          <ac:spMkLst>
            <pc:docMk/>
            <pc:sldMk cId="3906764568" sldId="257"/>
            <ac:spMk id="23" creationId="{1EE091CF-7EC0-4E06-949E-FFDDFF05D8B0}"/>
          </ac:spMkLst>
        </pc:spChg>
        <pc:picChg chg="add del mod">
          <ac:chgData name="Я Uf" userId="016bc2c04a309013" providerId="LiveId" clId="{A58E2476-B2FA-4579-8142-6C18BA09130A}" dt="2026-09-03T16:36:20.604" v="425"/>
          <ac:picMkLst>
            <pc:docMk/>
            <pc:sldMk cId="3906764568" sldId="257"/>
            <ac:picMk id="6" creationId="{CA08FA43-C7E8-4DE3-B356-04886A02B06C}"/>
          </ac:picMkLst>
        </pc:picChg>
        <pc:picChg chg="add del mod">
          <ac:chgData name="Я Uf" userId="016bc2c04a309013" providerId="LiveId" clId="{A58E2476-B2FA-4579-8142-6C18BA09130A}" dt="2026-09-03T16:36:25.067" v="427"/>
          <ac:picMkLst>
            <pc:docMk/>
            <pc:sldMk cId="3906764568" sldId="257"/>
            <ac:picMk id="8" creationId="{CD0BF9AC-5687-4999-ABB6-9F1FBE69D1D2}"/>
          </ac:picMkLst>
        </pc:picChg>
        <pc:picChg chg="add del mod">
          <ac:chgData name="Я Uf" userId="016bc2c04a309013" providerId="LiveId" clId="{A58E2476-B2FA-4579-8142-6C18BA09130A}" dt="2026-09-03T16:36:31.774" v="430"/>
          <ac:picMkLst>
            <pc:docMk/>
            <pc:sldMk cId="3906764568" sldId="257"/>
            <ac:picMk id="10" creationId="{F0639EBB-2991-499C-9284-51C7D39E93EB}"/>
          </ac:picMkLst>
        </pc:picChg>
        <pc:picChg chg="add del mod">
          <ac:chgData name="Я Uf" userId="016bc2c04a309013" providerId="LiveId" clId="{A58E2476-B2FA-4579-8142-6C18BA09130A}" dt="2026-09-03T16:36:54.177" v="437"/>
          <ac:picMkLst>
            <pc:docMk/>
            <pc:sldMk cId="3906764568" sldId="257"/>
            <ac:picMk id="12" creationId="{E2E39E7B-EC6C-4843-BC39-796205ABE5F3}"/>
          </ac:picMkLst>
        </pc:picChg>
        <pc:picChg chg="add del mod">
          <ac:chgData name="Я Uf" userId="016bc2c04a309013" providerId="LiveId" clId="{A58E2476-B2FA-4579-8142-6C18BA09130A}" dt="2026-09-03T16:36:56.949" v="439"/>
          <ac:picMkLst>
            <pc:docMk/>
            <pc:sldMk cId="3906764568" sldId="257"/>
            <ac:picMk id="14" creationId="{FAB4B880-A354-4527-BE0C-0F0D8C7F25E6}"/>
          </ac:picMkLst>
        </pc:picChg>
        <pc:picChg chg="add mod ord">
          <ac:chgData name="Я Uf" userId="016bc2c04a309013" providerId="LiveId" clId="{A58E2476-B2FA-4579-8142-6C18BA09130A}" dt="2026-09-03T16:37:31.769" v="448" actId="14100"/>
          <ac:picMkLst>
            <pc:docMk/>
            <pc:sldMk cId="3906764568" sldId="257"/>
            <ac:picMk id="16" creationId="{8499D1A6-C8B0-44DE-B2F4-56DD60B325F0}"/>
          </ac:picMkLst>
        </pc:picChg>
        <pc:picChg chg="add mod">
          <ac:chgData name="Я Uf" userId="016bc2c04a309013" providerId="LiveId" clId="{A58E2476-B2FA-4579-8142-6C18BA09130A}" dt="2026-09-03T16:50:23.684" v="531" actId="1076"/>
          <ac:picMkLst>
            <pc:docMk/>
            <pc:sldMk cId="3906764568" sldId="257"/>
            <ac:picMk id="19" creationId="{A5AE750E-B141-41A7-80A1-ADCE793796D3}"/>
          </ac:picMkLst>
        </pc:picChg>
        <pc:picChg chg="add mod">
          <ac:chgData name="Я Uf" userId="016bc2c04a309013" providerId="LiveId" clId="{A58E2476-B2FA-4579-8142-6C18BA09130A}" dt="2026-09-03T16:51:05.562" v="537" actId="1076"/>
          <ac:picMkLst>
            <pc:docMk/>
            <pc:sldMk cId="3906764568" sldId="257"/>
            <ac:picMk id="21" creationId="{4BDFBD96-6216-48F3-A53D-29B6E3D1B973}"/>
          </ac:picMkLst>
        </pc:picChg>
      </pc:sldChg>
      <pc:sldChg chg="addSp delSp modSp new mod">
        <pc:chgData name="Я Uf" userId="016bc2c04a309013" providerId="LiveId" clId="{A58E2476-B2FA-4579-8142-6C18BA09130A}" dt="2026-09-03T18:01:51.139" v="1632" actId="20577"/>
        <pc:sldMkLst>
          <pc:docMk/>
          <pc:sldMk cId="4218614606" sldId="258"/>
        </pc:sldMkLst>
        <pc:spChg chg="del">
          <ac:chgData name="Я Uf" userId="016bc2c04a309013" providerId="LiveId" clId="{A58E2476-B2FA-4579-8142-6C18BA09130A}" dt="2026-09-03T15:41:25.091" v="155" actId="478"/>
          <ac:spMkLst>
            <pc:docMk/>
            <pc:sldMk cId="4218614606" sldId="258"/>
            <ac:spMk id="2" creationId="{A537ADB1-3835-4752-8477-7F8920D6B440}"/>
          </ac:spMkLst>
        </pc:spChg>
        <pc:spChg chg="del">
          <ac:chgData name="Я Uf" userId="016bc2c04a309013" providerId="LiveId" clId="{A58E2476-B2FA-4579-8142-6C18BA09130A}" dt="2026-09-03T16:37:41.850" v="449"/>
          <ac:spMkLst>
            <pc:docMk/>
            <pc:sldMk cId="4218614606" sldId="258"/>
            <ac:spMk id="3" creationId="{4014EEE8-9A39-4B2C-8AB4-E04CC0D353A5}"/>
          </ac:spMkLst>
        </pc:spChg>
        <pc:spChg chg="add mod">
          <ac:chgData name="Я Uf" userId="016bc2c04a309013" providerId="LiveId" clId="{A58E2476-B2FA-4579-8142-6C18BA09130A}" dt="2026-09-03T18:01:50.117" v="1631" actId="20577"/>
          <ac:spMkLst>
            <pc:docMk/>
            <pc:sldMk cId="4218614606" sldId="258"/>
            <ac:spMk id="10" creationId="{5A812B54-DFF6-4E52-8801-4C5D9EBBC758}"/>
          </ac:spMkLst>
        </pc:spChg>
        <pc:spChg chg="add mod">
          <ac:chgData name="Я Uf" userId="016bc2c04a309013" providerId="LiveId" clId="{A58E2476-B2FA-4579-8142-6C18BA09130A}" dt="2026-09-03T18:01:51.139" v="1632" actId="20577"/>
          <ac:spMkLst>
            <pc:docMk/>
            <pc:sldMk cId="4218614606" sldId="258"/>
            <ac:spMk id="11" creationId="{14FF668B-8F9B-4677-A09B-9BD29167ACCD}"/>
          </ac:spMkLst>
        </pc:spChg>
        <pc:picChg chg="add mod">
          <ac:chgData name="Я Uf" userId="016bc2c04a309013" providerId="LiveId" clId="{A58E2476-B2FA-4579-8142-6C18BA09130A}" dt="2026-09-03T16:37:54.641" v="453" actId="14100"/>
          <ac:picMkLst>
            <pc:docMk/>
            <pc:sldMk cId="4218614606" sldId="258"/>
            <ac:picMk id="5" creationId="{19A1BC8F-415A-4CBC-9F19-45F0048D5316}"/>
          </ac:picMkLst>
        </pc:picChg>
        <pc:picChg chg="add mod">
          <ac:chgData name="Я Uf" userId="016bc2c04a309013" providerId="LiveId" clId="{A58E2476-B2FA-4579-8142-6C18BA09130A}" dt="2026-09-03T17:06:22.065" v="735" actId="1076"/>
          <ac:picMkLst>
            <pc:docMk/>
            <pc:sldMk cId="4218614606" sldId="258"/>
            <ac:picMk id="7" creationId="{C27EB4C4-842D-40E8-8E29-473D728C1F8F}"/>
          </ac:picMkLst>
        </pc:picChg>
        <pc:picChg chg="add mod">
          <ac:chgData name="Я Uf" userId="016bc2c04a309013" providerId="LiveId" clId="{A58E2476-B2FA-4579-8142-6C18BA09130A}" dt="2026-09-03T17:08:06.713" v="793" actId="1076"/>
          <ac:picMkLst>
            <pc:docMk/>
            <pc:sldMk cId="4218614606" sldId="258"/>
            <ac:picMk id="9" creationId="{E84270A9-72F3-49D4-8C40-474FD3E8BB9A}"/>
          </ac:picMkLst>
        </pc:picChg>
      </pc:sldChg>
      <pc:sldChg chg="addSp delSp modSp new add del mod ord">
        <pc:chgData name="Я Uf" userId="016bc2c04a309013" providerId="LiveId" clId="{A58E2476-B2FA-4579-8142-6C18BA09130A}" dt="2026-09-03T16:48:57.736" v="2465" actId="1076"/>
        <pc:sldMkLst>
          <pc:docMk/>
          <pc:sldMk cId="1604156847" sldId="259"/>
        </pc:sldMkLst>
        <pc:spChg chg="add mod">
          <ac:chgData name="Я Uf" userId="016bc2c04a309013" providerId="LiveId" clId="{A58E2476-B2FA-4579-8142-6C18BA09130A}" dt="2026-09-03T16:45:53.197" v="2366" actId="1076"/>
          <ac:spMkLst>
            <pc:docMk/>
            <pc:sldMk cId="1604156847" sldId="259"/>
            <ac:spMk id="2" creationId="{93DBEC75-42D9-4D17-B111-CF8DFE8F88BA}"/>
          </ac:spMkLst>
        </pc:spChg>
        <pc:spChg chg="del">
          <ac:chgData name="Я Uf" userId="016bc2c04a309013" providerId="LiveId" clId="{A58E2476-B2FA-4579-8142-6C18BA09130A}" dt="2026-09-03T15:41:50.879" v="156" actId="478"/>
          <ac:spMkLst>
            <pc:docMk/>
            <pc:sldMk cId="1604156847" sldId="259"/>
            <ac:spMk id="2" creationId="{F6982076-F77B-4898-AA95-CF5CF470AE96}"/>
          </ac:spMkLst>
        </pc:spChg>
        <pc:spChg chg="add mod">
          <ac:chgData name="Я Uf" userId="016bc2c04a309013" providerId="LiveId" clId="{A58E2476-B2FA-4579-8142-6C18BA09130A}" dt="2026-09-03T16:48:39.061" v="2447" actId="1076"/>
          <ac:spMkLst>
            <pc:docMk/>
            <pc:sldMk cId="1604156847" sldId="259"/>
            <ac:spMk id="3" creationId="{1D6E8A40-F6A6-49D1-90BE-927F79F54190}"/>
          </ac:spMkLst>
        </pc:spChg>
        <pc:spChg chg="del">
          <ac:chgData name="Я Uf" userId="016bc2c04a309013" providerId="LiveId" clId="{A58E2476-B2FA-4579-8142-6C18BA09130A}" dt="2026-09-03T16:38:30.582" v="462"/>
          <ac:spMkLst>
            <pc:docMk/>
            <pc:sldMk cId="1604156847" sldId="259"/>
            <ac:spMk id="3" creationId="{93B94ACC-05FF-4521-8B1B-6953B16D13AD}"/>
          </ac:spMkLst>
        </pc:spChg>
        <pc:spChg chg="add mod">
          <ac:chgData name="Я Uf" userId="016bc2c04a309013" providerId="LiveId" clId="{A58E2476-B2FA-4579-8142-6C18BA09130A}" dt="2026-09-03T16:48:57.736" v="2465" actId="1076"/>
          <ac:spMkLst>
            <pc:docMk/>
            <pc:sldMk cId="1604156847" sldId="259"/>
            <ac:spMk id="4" creationId="{2D2ADCF5-A743-40CD-BD47-BFEA08C22B85}"/>
          </ac:spMkLst>
        </pc:spChg>
        <pc:picChg chg="add mod">
          <ac:chgData name="Я Uf" userId="016bc2c04a309013" providerId="LiveId" clId="{A58E2476-B2FA-4579-8142-6C18BA09130A}" dt="2026-09-03T16:38:51.133" v="471" actId="14100"/>
          <ac:picMkLst>
            <pc:docMk/>
            <pc:sldMk cId="1604156847" sldId="259"/>
            <ac:picMk id="5" creationId="{16F13342-EF0F-4EAF-B728-CA274FBDEB4C}"/>
          </ac:picMkLst>
        </pc:picChg>
        <pc:picChg chg="add mod">
          <ac:chgData name="Я Uf" userId="016bc2c04a309013" providerId="LiveId" clId="{A58E2476-B2FA-4579-8142-6C18BA09130A}" dt="2026-09-03T16:48:33.609" v="2445" actId="14100"/>
          <ac:picMkLst>
            <pc:docMk/>
            <pc:sldMk cId="1604156847" sldId="259"/>
            <ac:picMk id="2050" creationId="{E02782DF-3081-4147-A299-3076FBDE20B5}"/>
          </ac:picMkLst>
        </pc:picChg>
        <pc:picChg chg="add mod">
          <ac:chgData name="Я Uf" userId="016bc2c04a309013" providerId="LiveId" clId="{A58E2476-B2FA-4579-8142-6C18BA09130A}" dt="2026-09-03T16:48:35.436" v="2446" actId="1076"/>
          <ac:picMkLst>
            <pc:docMk/>
            <pc:sldMk cId="1604156847" sldId="259"/>
            <ac:picMk id="2052" creationId="{AA96F69C-52D4-462F-AE16-0D0BDAA15C59}"/>
          </ac:picMkLst>
        </pc:picChg>
      </pc:sldChg>
      <pc:sldChg chg="addSp delSp modSp new mod ord">
        <pc:chgData name="Я Uf" userId="016bc2c04a309013" providerId="LiveId" clId="{A58E2476-B2FA-4579-8142-6C18BA09130A}" dt="2026-09-03T18:01:46.617" v="1630" actId="20577"/>
        <pc:sldMkLst>
          <pc:docMk/>
          <pc:sldMk cId="2875569428" sldId="260"/>
        </pc:sldMkLst>
        <pc:spChg chg="mod">
          <ac:chgData name="Я Uf" userId="016bc2c04a309013" providerId="LiveId" clId="{A58E2476-B2FA-4579-8142-6C18BA09130A}" dt="2026-09-03T15:49:14.892" v="279" actId="2711"/>
          <ac:spMkLst>
            <pc:docMk/>
            <pc:sldMk cId="2875569428" sldId="260"/>
            <ac:spMk id="2" creationId="{F18973AE-96DA-4308-A7F6-13F52F6B7BBF}"/>
          </ac:spMkLst>
        </pc:spChg>
        <pc:spChg chg="add del mod">
          <ac:chgData name="Я Uf" userId="016bc2c04a309013" providerId="LiveId" clId="{A58E2476-B2FA-4579-8142-6C18BA09130A}" dt="2026-09-03T16:38:00.905" v="454"/>
          <ac:spMkLst>
            <pc:docMk/>
            <pc:sldMk cId="2875569428" sldId="260"/>
            <ac:spMk id="3" creationId="{92FD0302-9F9D-4AEA-85DA-5FD479B9227E}"/>
          </ac:spMkLst>
        </pc:spChg>
        <pc:spChg chg="add mod">
          <ac:chgData name="Я Uf" userId="016bc2c04a309013" providerId="LiveId" clId="{A58E2476-B2FA-4579-8142-6C18BA09130A}" dt="2026-09-03T17:27:40.692" v="1001" actId="20577"/>
          <ac:spMkLst>
            <pc:docMk/>
            <pc:sldMk cId="2875569428" sldId="260"/>
            <ac:spMk id="8" creationId="{4C433EE6-77BB-463A-8C21-4CAA9457E8D1}"/>
          </ac:spMkLst>
        </pc:spChg>
        <pc:spChg chg="add mod">
          <ac:chgData name="Я Uf" userId="016bc2c04a309013" providerId="LiveId" clId="{A58E2476-B2FA-4579-8142-6C18BA09130A}" dt="2026-09-03T18:01:46.617" v="1630" actId="20577"/>
          <ac:spMkLst>
            <pc:docMk/>
            <pc:sldMk cId="2875569428" sldId="260"/>
            <ac:spMk id="10" creationId="{64575F09-5AF5-4F11-A1E4-10DB5A1C672D}"/>
          </ac:spMkLst>
        </pc:spChg>
        <pc:spChg chg="add mod">
          <ac:chgData name="Я Uf" userId="016bc2c04a309013" providerId="LiveId" clId="{A58E2476-B2FA-4579-8142-6C18BA09130A}" dt="2026-09-03T17:33:10.242" v="1091" actId="1076"/>
          <ac:spMkLst>
            <pc:docMk/>
            <pc:sldMk cId="2875569428" sldId="260"/>
            <ac:spMk id="12" creationId="{20EF0B43-A9F2-47EB-95E1-26B069EA3545}"/>
          </ac:spMkLst>
        </pc:spChg>
        <pc:picChg chg="add del mod">
          <ac:chgData name="Я Uf" userId="016bc2c04a309013" providerId="LiveId" clId="{A58E2476-B2FA-4579-8142-6C18BA09130A}" dt="2026-09-03T16:36:47.088" v="433"/>
          <ac:picMkLst>
            <pc:docMk/>
            <pc:sldMk cId="2875569428" sldId="260"/>
            <ac:picMk id="5" creationId="{64071CA2-9A01-4CDC-9008-7A4CFD3D7D82}"/>
          </ac:picMkLst>
        </pc:picChg>
        <pc:picChg chg="add mod ord">
          <ac:chgData name="Я Uf" userId="016bc2c04a309013" providerId="LiveId" clId="{A58E2476-B2FA-4579-8142-6C18BA09130A}" dt="2026-09-03T16:38:19.259" v="461" actId="14100"/>
          <ac:picMkLst>
            <pc:docMk/>
            <pc:sldMk cId="2875569428" sldId="260"/>
            <ac:picMk id="7" creationId="{9EE5A0C4-1F3F-4CEB-8B77-B8DF5A1F54EC}"/>
          </ac:picMkLst>
        </pc:picChg>
        <pc:picChg chg="add mod">
          <ac:chgData name="Я Uf" userId="016bc2c04a309013" providerId="LiveId" clId="{A58E2476-B2FA-4579-8142-6C18BA09130A}" dt="2026-09-03T17:32:34.067" v="1072" actId="14100"/>
          <ac:picMkLst>
            <pc:docMk/>
            <pc:sldMk cId="2875569428" sldId="260"/>
            <ac:picMk id="9" creationId="{BF0CCF75-D0C2-45D4-B4E3-B4AE08051AE3}"/>
          </ac:picMkLst>
        </pc:picChg>
        <pc:picChg chg="add mod">
          <ac:chgData name="Я Uf" userId="016bc2c04a309013" providerId="LiveId" clId="{A58E2476-B2FA-4579-8142-6C18BA09130A}" dt="2026-09-03T17:32:52.008" v="1075" actId="1076"/>
          <ac:picMkLst>
            <pc:docMk/>
            <pc:sldMk cId="2875569428" sldId="260"/>
            <ac:picMk id="11" creationId="{1E434EB7-E144-45A7-971D-15B50FD2A4ED}"/>
          </ac:picMkLst>
        </pc:picChg>
      </pc:sldChg>
      <pc:sldChg chg="addSp delSp modSp new mod">
        <pc:chgData name="Я Uf" userId="016bc2c04a309013" providerId="LiveId" clId="{A58E2476-B2FA-4579-8142-6C18BA09130A}" dt="2026-09-03T18:13:40.387" v="1768" actId="14100"/>
        <pc:sldMkLst>
          <pc:docMk/>
          <pc:sldMk cId="1403135034" sldId="261"/>
        </pc:sldMkLst>
        <pc:spChg chg="mod">
          <ac:chgData name="Я Uf" userId="016bc2c04a309013" providerId="LiveId" clId="{A58E2476-B2FA-4579-8142-6C18BA09130A}" dt="2026-09-03T16:39:22.004" v="478" actId="1076"/>
          <ac:spMkLst>
            <pc:docMk/>
            <pc:sldMk cId="1403135034" sldId="261"/>
            <ac:spMk id="2" creationId="{A9E40BD7-C8F4-47BA-967C-7DC210CF853F}"/>
          </ac:spMkLst>
        </pc:spChg>
        <pc:spChg chg="del">
          <ac:chgData name="Я Uf" userId="016bc2c04a309013" providerId="LiveId" clId="{A58E2476-B2FA-4579-8142-6C18BA09130A}" dt="2026-09-03T16:38:53.794" v="472"/>
          <ac:spMkLst>
            <pc:docMk/>
            <pc:sldMk cId="1403135034" sldId="261"/>
            <ac:spMk id="3" creationId="{E33438D5-C594-4D93-83CB-84E984406077}"/>
          </ac:spMkLst>
        </pc:spChg>
        <pc:spChg chg="add mod">
          <ac:chgData name="Я Uf" userId="016bc2c04a309013" providerId="LiveId" clId="{A58E2476-B2FA-4579-8142-6C18BA09130A}" dt="2026-09-03T18:12:56.621" v="1706" actId="1076"/>
          <ac:spMkLst>
            <pc:docMk/>
            <pc:sldMk cId="1403135034" sldId="261"/>
            <ac:spMk id="12" creationId="{EFE09BE1-42DD-468C-B0A4-F242F0DA3F2B}"/>
          </ac:spMkLst>
        </pc:spChg>
        <pc:spChg chg="add mod">
          <ac:chgData name="Я Uf" userId="016bc2c04a309013" providerId="LiveId" clId="{A58E2476-B2FA-4579-8142-6C18BA09130A}" dt="2026-09-03T18:13:40.387" v="1768" actId="14100"/>
          <ac:spMkLst>
            <pc:docMk/>
            <pc:sldMk cId="1403135034" sldId="261"/>
            <ac:spMk id="13" creationId="{ACD1425E-D2FF-4BB5-87A8-398174FBCC7F}"/>
          </ac:spMkLst>
        </pc:spChg>
        <pc:picChg chg="add mod ord">
          <ac:chgData name="Я Uf" userId="016bc2c04a309013" providerId="LiveId" clId="{A58E2476-B2FA-4579-8142-6C18BA09130A}" dt="2026-09-03T16:39:04.822" v="477" actId="14100"/>
          <ac:picMkLst>
            <pc:docMk/>
            <pc:sldMk cId="1403135034" sldId="261"/>
            <ac:picMk id="5" creationId="{6C4F914B-AB3B-4012-9569-9B30405557BC}"/>
          </ac:picMkLst>
        </pc:picChg>
        <pc:picChg chg="add mod">
          <ac:chgData name="Я Uf" userId="016bc2c04a309013" providerId="LiveId" clId="{A58E2476-B2FA-4579-8142-6C18BA09130A}" dt="2026-09-03T17:35:31.197" v="1093"/>
          <ac:picMkLst>
            <pc:docMk/>
            <pc:sldMk cId="1403135034" sldId="261"/>
            <ac:picMk id="6" creationId="{6A17FA14-23BA-49E1-9DA2-E9F10F50A5E7}"/>
          </ac:picMkLst>
        </pc:picChg>
        <pc:picChg chg="add del mod">
          <ac:chgData name="Я Uf" userId="016bc2c04a309013" providerId="LiveId" clId="{A58E2476-B2FA-4579-8142-6C18BA09130A}" dt="2026-09-03T18:08:17.827" v="1637" actId="478"/>
          <ac:picMkLst>
            <pc:docMk/>
            <pc:sldMk cId="1403135034" sldId="261"/>
            <ac:picMk id="7" creationId="{49C38135-748D-4AA1-B673-0C1820554BE3}"/>
          </ac:picMkLst>
        </pc:picChg>
        <pc:picChg chg="add mod">
          <ac:chgData name="Я Uf" userId="016bc2c04a309013" providerId="LiveId" clId="{A58E2476-B2FA-4579-8142-6C18BA09130A}" dt="2026-09-03T18:08:56.612" v="1639" actId="1076"/>
          <ac:picMkLst>
            <pc:docMk/>
            <pc:sldMk cId="1403135034" sldId="261"/>
            <ac:picMk id="9" creationId="{89F0E0F6-5FD2-48D3-B48E-8E1D72891EB6}"/>
          </ac:picMkLst>
        </pc:picChg>
        <pc:picChg chg="add mod">
          <ac:chgData name="Я Uf" userId="016bc2c04a309013" providerId="LiveId" clId="{A58E2476-B2FA-4579-8142-6C18BA09130A}" dt="2026-09-03T18:09:36.823" v="1642" actId="1076"/>
          <ac:picMkLst>
            <pc:docMk/>
            <pc:sldMk cId="1403135034" sldId="261"/>
            <ac:picMk id="11" creationId="{36884AC6-C427-4753-AA93-81B2799F6B20}"/>
          </ac:picMkLst>
        </pc:picChg>
      </pc:sldChg>
      <pc:sldChg chg="addSp delSp modSp new del mod">
        <pc:chgData name="Я Uf" userId="016bc2c04a309013" providerId="LiveId" clId="{A58E2476-B2FA-4579-8142-6C18BA09130A}" dt="2026-09-03T17:49:06.922" v="1349" actId="2696"/>
        <pc:sldMkLst>
          <pc:docMk/>
          <pc:sldMk cId="2125872062" sldId="262"/>
        </pc:sldMkLst>
        <pc:spChg chg="del">
          <ac:chgData name="Я Uf" userId="016bc2c04a309013" providerId="LiveId" clId="{A58E2476-B2FA-4579-8142-6C18BA09130A}" dt="2026-09-03T15:50:36.492" v="332" actId="478"/>
          <ac:spMkLst>
            <pc:docMk/>
            <pc:sldMk cId="2125872062" sldId="262"/>
            <ac:spMk id="2" creationId="{E2E2790A-1BC4-4427-943B-412633C1C98B}"/>
          </ac:spMkLst>
        </pc:spChg>
        <pc:spChg chg="del">
          <ac:chgData name="Я Uf" userId="016bc2c04a309013" providerId="LiveId" clId="{A58E2476-B2FA-4579-8142-6C18BA09130A}" dt="2026-09-03T16:39:45.066" v="480"/>
          <ac:spMkLst>
            <pc:docMk/>
            <pc:sldMk cId="2125872062" sldId="262"/>
            <ac:spMk id="3" creationId="{AB677895-F291-4DF2-950A-60B06CE51DFF}"/>
          </ac:spMkLst>
        </pc:spChg>
        <pc:picChg chg="add mod">
          <ac:chgData name="Я Uf" userId="016bc2c04a309013" providerId="LiveId" clId="{A58E2476-B2FA-4579-8142-6C18BA09130A}" dt="2026-09-03T16:39:53.773" v="484" actId="14100"/>
          <ac:picMkLst>
            <pc:docMk/>
            <pc:sldMk cId="2125872062" sldId="262"/>
            <ac:picMk id="5" creationId="{279CE29A-16D5-4E13-B6B7-8E29B3AF3764}"/>
          </ac:picMkLst>
        </pc:picChg>
      </pc:sldChg>
      <pc:sldChg chg="addSp delSp modSp new mod">
        <pc:chgData name="Я Uf" userId="016bc2c04a309013" providerId="LiveId" clId="{A58E2476-B2FA-4579-8142-6C18BA09130A}" dt="2026-09-03T18:20:39.570" v="2105" actId="1076"/>
        <pc:sldMkLst>
          <pc:docMk/>
          <pc:sldMk cId="3881471521" sldId="263"/>
        </pc:sldMkLst>
        <pc:spChg chg="mod">
          <ac:chgData name="Я Uf" userId="016bc2c04a309013" providerId="LiveId" clId="{A58E2476-B2FA-4579-8142-6C18BA09130A}" dt="2026-09-03T15:50:49.076" v="335" actId="2711"/>
          <ac:spMkLst>
            <pc:docMk/>
            <pc:sldMk cId="3881471521" sldId="263"/>
            <ac:spMk id="2" creationId="{90E98621-5E69-461E-8682-80C3451BEC67}"/>
          </ac:spMkLst>
        </pc:spChg>
        <pc:spChg chg="del">
          <ac:chgData name="Я Uf" userId="016bc2c04a309013" providerId="LiveId" clId="{A58E2476-B2FA-4579-8142-6C18BA09130A}" dt="2026-09-03T16:39:56.081" v="485"/>
          <ac:spMkLst>
            <pc:docMk/>
            <pc:sldMk cId="3881471521" sldId="263"/>
            <ac:spMk id="3" creationId="{EFB31E7F-0116-451C-8D07-CD3ECDDCF942}"/>
          </ac:spMkLst>
        </pc:spChg>
        <pc:spChg chg="add mod">
          <ac:chgData name="Я Uf" userId="016bc2c04a309013" providerId="LiveId" clId="{A58E2476-B2FA-4579-8142-6C18BA09130A}" dt="2026-09-03T18:15:10.629" v="1848" actId="1076"/>
          <ac:spMkLst>
            <pc:docMk/>
            <pc:sldMk cId="3881471521" sldId="263"/>
            <ac:spMk id="10" creationId="{B7C2ACF4-AA5F-4961-8D6F-D931B1CF0564}"/>
          </ac:spMkLst>
        </pc:spChg>
        <pc:spChg chg="add mod">
          <ac:chgData name="Я Uf" userId="016bc2c04a309013" providerId="LiveId" clId="{A58E2476-B2FA-4579-8142-6C18BA09130A}" dt="2026-09-03T18:17:40.930" v="1907" actId="1076"/>
          <ac:spMkLst>
            <pc:docMk/>
            <pc:sldMk cId="3881471521" sldId="263"/>
            <ac:spMk id="11" creationId="{7F6737C2-B800-46FC-9A43-E86A9A8797A2}"/>
          </ac:spMkLst>
        </pc:spChg>
        <pc:spChg chg="add mod">
          <ac:chgData name="Я Uf" userId="016bc2c04a309013" providerId="LiveId" clId="{A58E2476-B2FA-4579-8142-6C18BA09130A}" dt="2026-09-03T18:19:50.135" v="2038" actId="20577"/>
          <ac:spMkLst>
            <pc:docMk/>
            <pc:sldMk cId="3881471521" sldId="263"/>
            <ac:spMk id="12" creationId="{6B604931-8EC3-4427-BF60-3C40908F74C4}"/>
          </ac:spMkLst>
        </pc:spChg>
        <pc:spChg chg="add mod">
          <ac:chgData name="Я Uf" userId="016bc2c04a309013" providerId="LiveId" clId="{A58E2476-B2FA-4579-8142-6C18BA09130A}" dt="2026-09-03T18:20:39.570" v="2105" actId="1076"/>
          <ac:spMkLst>
            <pc:docMk/>
            <pc:sldMk cId="3881471521" sldId="263"/>
            <ac:spMk id="13" creationId="{FB8B54F4-C94E-4C4B-A1D2-4F954122EF12}"/>
          </ac:spMkLst>
        </pc:spChg>
        <pc:picChg chg="add mod ord">
          <ac:chgData name="Я Uf" userId="016bc2c04a309013" providerId="LiveId" clId="{A58E2476-B2FA-4579-8142-6C18BA09130A}" dt="2026-09-03T16:40:48.378" v="512" actId="167"/>
          <ac:picMkLst>
            <pc:docMk/>
            <pc:sldMk cId="3881471521" sldId="263"/>
            <ac:picMk id="5" creationId="{81C99BB8-4479-4D7E-A841-56276DB51228}"/>
          </ac:picMkLst>
        </pc:picChg>
        <pc:picChg chg="add mod">
          <ac:chgData name="Я Uf" userId="016bc2c04a309013" providerId="LiveId" clId="{A58E2476-B2FA-4579-8142-6C18BA09130A}" dt="2026-09-03T18:13:50.251" v="1773" actId="1076"/>
          <ac:picMkLst>
            <pc:docMk/>
            <pc:sldMk cId="3881471521" sldId="263"/>
            <ac:picMk id="6" creationId="{2136A4D7-7D75-404F-9A61-F260D7A3C2FE}"/>
          </ac:picMkLst>
        </pc:picChg>
        <pc:picChg chg="add mod">
          <ac:chgData name="Я Uf" userId="016bc2c04a309013" providerId="LiveId" clId="{A58E2476-B2FA-4579-8142-6C18BA09130A}" dt="2026-09-03T18:13:55.371" v="1776" actId="1076"/>
          <ac:picMkLst>
            <pc:docMk/>
            <pc:sldMk cId="3881471521" sldId="263"/>
            <ac:picMk id="7" creationId="{CFBF92E9-1D2F-4084-8ECA-AFDCC7FDEB99}"/>
          </ac:picMkLst>
        </pc:picChg>
        <pc:picChg chg="add mod">
          <ac:chgData name="Я Uf" userId="016bc2c04a309013" providerId="LiveId" clId="{A58E2476-B2FA-4579-8142-6C18BA09130A}" dt="2026-09-03T18:13:53.562" v="1775" actId="1076"/>
          <ac:picMkLst>
            <pc:docMk/>
            <pc:sldMk cId="3881471521" sldId="263"/>
            <ac:picMk id="8" creationId="{95C7508C-DF78-4B34-A32E-3992921DEF9D}"/>
          </ac:picMkLst>
        </pc:picChg>
        <pc:picChg chg="add mod">
          <ac:chgData name="Я Uf" userId="016bc2c04a309013" providerId="LiveId" clId="{A58E2476-B2FA-4579-8142-6C18BA09130A}" dt="2026-09-03T18:15:15.211" v="1849" actId="1076"/>
          <ac:picMkLst>
            <pc:docMk/>
            <pc:sldMk cId="3881471521" sldId="263"/>
            <ac:picMk id="9" creationId="{E938F974-30E2-4B17-A02C-B71E7F6FD48E}"/>
          </ac:picMkLst>
        </pc:picChg>
      </pc:sldChg>
      <pc:sldChg chg="addSp delSp modSp new del mod">
        <pc:chgData name="Я Uf" userId="016bc2c04a309013" providerId="LiveId" clId="{A58E2476-B2FA-4579-8142-6C18BA09130A}" dt="2026-09-03T17:49:08.868" v="1350" actId="2696"/>
        <pc:sldMkLst>
          <pc:docMk/>
          <pc:sldMk cId="611154974" sldId="264"/>
        </pc:sldMkLst>
        <pc:spChg chg="del">
          <ac:chgData name="Я Uf" userId="016bc2c04a309013" providerId="LiveId" clId="{A58E2476-B2FA-4579-8142-6C18BA09130A}" dt="2026-09-03T15:50:38.910" v="333" actId="478"/>
          <ac:spMkLst>
            <pc:docMk/>
            <pc:sldMk cId="611154974" sldId="264"/>
            <ac:spMk id="2" creationId="{C5D5E7B3-6847-408B-BE9E-4181FD6F1BEF}"/>
          </ac:spMkLst>
        </pc:spChg>
        <pc:spChg chg="del">
          <ac:chgData name="Я Uf" userId="016bc2c04a309013" providerId="LiveId" clId="{A58E2476-B2FA-4579-8142-6C18BA09130A}" dt="2026-09-03T16:40:08.506" v="491"/>
          <ac:spMkLst>
            <pc:docMk/>
            <pc:sldMk cId="611154974" sldId="264"/>
            <ac:spMk id="3" creationId="{59DD7E5F-6D8F-4437-ADB5-D5F2326722B4}"/>
          </ac:spMkLst>
        </pc:spChg>
        <pc:picChg chg="add mod">
          <ac:chgData name="Я Uf" userId="016bc2c04a309013" providerId="LiveId" clId="{A58E2476-B2FA-4579-8142-6C18BA09130A}" dt="2026-09-03T16:40:16.558" v="495" actId="14100"/>
          <ac:picMkLst>
            <pc:docMk/>
            <pc:sldMk cId="611154974" sldId="264"/>
            <ac:picMk id="5" creationId="{E189E452-DA3B-440F-B79D-40D8393A50BD}"/>
          </ac:picMkLst>
        </pc:picChg>
      </pc:sldChg>
      <pc:sldChg chg="addSp delSp modSp new mod">
        <pc:chgData name="Я Uf" userId="016bc2c04a309013" providerId="LiveId" clId="{A58E2476-B2FA-4579-8142-6C18BA09130A}" dt="2026-09-03T16:34:12.440" v="2232" actId="1076"/>
        <pc:sldMkLst>
          <pc:docMk/>
          <pc:sldMk cId="3821223752" sldId="265"/>
        </pc:sldMkLst>
        <pc:spChg chg="mod">
          <ac:chgData name="Я Uf" userId="016bc2c04a309013" providerId="LiveId" clId="{A58E2476-B2FA-4579-8142-6C18BA09130A}" dt="2026-09-03T15:50:43.652" v="334" actId="2711"/>
          <ac:spMkLst>
            <pc:docMk/>
            <pc:sldMk cId="3821223752" sldId="265"/>
            <ac:spMk id="2" creationId="{E5EF7E38-26B5-4585-84AC-0F86D1F10EF2}"/>
          </ac:spMkLst>
        </pc:spChg>
        <pc:spChg chg="del">
          <ac:chgData name="Я Uf" userId="016bc2c04a309013" providerId="LiveId" clId="{A58E2476-B2FA-4579-8142-6C18BA09130A}" dt="2026-09-03T16:40:18.650" v="496"/>
          <ac:spMkLst>
            <pc:docMk/>
            <pc:sldMk cId="3821223752" sldId="265"/>
            <ac:spMk id="3" creationId="{2B986B87-5AF7-46BA-A129-37992367CB4F}"/>
          </ac:spMkLst>
        </pc:spChg>
        <pc:spChg chg="add mod">
          <ac:chgData name="Я Uf" userId="016bc2c04a309013" providerId="LiveId" clId="{A58E2476-B2FA-4579-8142-6C18BA09130A}" dt="2026-09-03T18:26:59.777" v="2182" actId="14100"/>
          <ac:spMkLst>
            <pc:docMk/>
            <pc:sldMk cId="3821223752" sldId="265"/>
            <ac:spMk id="3" creationId="{B2A72120-C73C-4D94-829D-D474FCC54386}"/>
          </ac:spMkLst>
        </pc:spChg>
        <pc:spChg chg="add del mod">
          <ac:chgData name="Я Uf" userId="016bc2c04a309013" providerId="LiveId" clId="{A58E2476-B2FA-4579-8142-6C18BA09130A}" dt="2026-09-03T18:27:24.600" v="2187"/>
          <ac:spMkLst>
            <pc:docMk/>
            <pc:sldMk cId="3821223752" sldId="265"/>
            <ac:spMk id="4" creationId="{618FDC73-9F43-4B48-BA6C-9EA7ADEC5372}"/>
          </ac:spMkLst>
        </pc:spChg>
        <pc:spChg chg="add del mod">
          <ac:chgData name="Я Uf" userId="016bc2c04a309013" providerId="LiveId" clId="{A58E2476-B2FA-4579-8142-6C18BA09130A}" dt="2026-09-03T18:27:28.858" v="2188"/>
          <ac:spMkLst>
            <pc:docMk/>
            <pc:sldMk cId="3821223752" sldId="265"/>
            <ac:spMk id="5" creationId="{64BE4ACA-168C-4180-8026-EAD20C160DF2}"/>
          </ac:spMkLst>
        </pc:spChg>
        <pc:spChg chg="add del">
          <ac:chgData name="Я Uf" userId="016bc2c04a309013" providerId="LiveId" clId="{A58E2476-B2FA-4579-8142-6C18BA09130A}" dt="2026-09-03T18:27:43.905" v="2193"/>
          <ac:spMkLst>
            <pc:docMk/>
            <pc:sldMk cId="3821223752" sldId="265"/>
            <ac:spMk id="8" creationId="{EC4CAFED-6DA4-4FDD-B4A8-53BA75BF2EE1}"/>
          </ac:spMkLst>
        </pc:spChg>
        <pc:spChg chg="add del mod">
          <ac:chgData name="Я Uf" userId="016bc2c04a309013" providerId="LiveId" clId="{A58E2476-B2FA-4579-8142-6C18BA09130A}" dt="2026-09-03T16:40:36.274" v="502" actId="478"/>
          <ac:spMkLst>
            <pc:docMk/>
            <pc:sldMk cId="3821223752" sldId="265"/>
            <ac:spMk id="9" creationId="{3624C3EA-F9F6-4431-8406-3DF6A41AD59D}"/>
          </ac:spMkLst>
        </pc:spChg>
        <pc:spChg chg="add del mod">
          <ac:chgData name="Я Uf" userId="016bc2c04a309013" providerId="LiveId" clId="{A58E2476-B2FA-4579-8142-6C18BA09130A}" dt="2026-09-03T18:27:04.236" v="2185"/>
          <ac:spMkLst>
            <pc:docMk/>
            <pc:sldMk cId="3821223752" sldId="265"/>
            <ac:spMk id="11" creationId="{4B4000B2-3650-4DDD-980E-3619DE555133}"/>
          </ac:spMkLst>
        </pc:spChg>
        <pc:spChg chg="add mod">
          <ac:chgData name="Я Uf" userId="016bc2c04a309013" providerId="LiveId" clId="{A58E2476-B2FA-4579-8142-6C18BA09130A}" dt="2026-09-03T16:34:12.440" v="2232" actId="1076"/>
          <ac:spMkLst>
            <pc:docMk/>
            <pc:sldMk cId="3821223752" sldId="265"/>
            <ac:spMk id="13" creationId="{78D59AB6-6448-443A-AFC4-57F38D7CBC67}"/>
          </ac:spMkLst>
        </pc:spChg>
        <pc:picChg chg="add del mod">
          <ac:chgData name="Я Uf" userId="016bc2c04a309013" providerId="LiveId" clId="{A58E2476-B2FA-4579-8142-6C18BA09130A}" dt="2026-09-03T16:40:51.917" v="513" actId="478"/>
          <ac:picMkLst>
            <pc:docMk/>
            <pc:sldMk cId="3821223752" sldId="265"/>
            <ac:picMk id="5" creationId="{A03D4887-0030-4B46-9177-35373E732719}"/>
          </ac:picMkLst>
        </pc:picChg>
        <pc:picChg chg="add mod">
          <ac:chgData name="Я Uf" userId="016bc2c04a309013" providerId="LiveId" clId="{A58E2476-B2FA-4579-8142-6C18BA09130A}" dt="2026-09-03T18:27:34.355" v="2191" actId="1076"/>
          <ac:picMkLst>
            <pc:docMk/>
            <pc:sldMk cId="3821223752" sldId="265"/>
            <ac:picMk id="6" creationId="{F2B05AFC-DC7D-47EE-86C0-9C3482543FEE}"/>
          </ac:picMkLst>
        </pc:picChg>
        <pc:picChg chg="add del mod ord">
          <ac:chgData name="Я Uf" userId="016bc2c04a309013" providerId="LiveId" clId="{A58E2476-B2FA-4579-8142-6C18BA09130A}" dt="2026-09-03T18:27:02.587" v="2184" actId="1076"/>
          <ac:picMkLst>
            <pc:docMk/>
            <pc:sldMk cId="3821223752" sldId="265"/>
            <ac:picMk id="7" creationId="{7EB7C3D0-D368-4D87-8FF0-AC938C568FC2}"/>
          </ac:picMkLst>
        </pc:picChg>
        <pc:picChg chg="add mod">
          <ac:chgData name="Я Uf" userId="016bc2c04a309013" providerId="LiveId" clId="{A58E2476-B2FA-4579-8142-6C18BA09130A}" dt="2026-09-03T16:33:46.992" v="2201" actId="1076"/>
          <ac:picMkLst>
            <pc:docMk/>
            <pc:sldMk cId="3821223752" sldId="265"/>
            <ac:picMk id="9" creationId="{27FF1E41-DBD0-47F1-8E0C-10757AF94BBF}"/>
          </ac:picMkLst>
        </pc:picChg>
        <pc:picChg chg="add mod">
          <ac:chgData name="Я Uf" userId="016bc2c04a309013" providerId="LiveId" clId="{A58E2476-B2FA-4579-8142-6C18BA09130A}" dt="2026-09-03T16:33:44.597" v="2200" actId="14100"/>
          <ac:picMkLst>
            <pc:docMk/>
            <pc:sldMk cId="3821223752" sldId="265"/>
            <ac:picMk id="12" creationId="{5A00C971-A14F-4F5E-9983-F46A7FF9903C}"/>
          </ac:picMkLst>
        </pc:picChg>
      </pc:sldChg>
      <pc:sldChg chg="addSp delSp modSp new del mod">
        <pc:chgData name="Я Uf" userId="016bc2c04a309013" providerId="LiveId" clId="{A58E2476-B2FA-4579-8142-6C18BA09130A}" dt="2026-09-03T16:39:35.188" v="479" actId="2696"/>
        <pc:sldMkLst>
          <pc:docMk/>
          <pc:sldMk cId="2677710800" sldId="266"/>
        </pc:sldMkLst>
        <pc:spChg chg="del">
          <ac:chgData name="Я Uf" userId="016bc2c04a309013" providerId="LiveId" clId="{A58E2476-B2FA-4579-8142-6C18BA09130A}" dt="2026-09-03T15:50:31.152" v="331" actId="478"/>
          <ac:spMkLst>
            <pc:docMk/>
            <pc:sldMk cId="2677710800" sldId="266"/>
            <ac:spMk id="2" creationId="{FB9E0E3B-A4DE-4F81-B34B-8DFEFB9896A6}"/>
          </ac:spMkLst>
        </pc:spChg>
        <pc:spChg chg="del">
          <ac:chgData name="Я Uf" userId="016bc2c04a309013" providerId="LiveId" clId="{A58E2476-B2FA-4579-8142-6C18BA09130A}" dt="2026-09-03T16:38:32.173" v="463"/>
          <ac:spMkLst>
            <pc:docMk/>
            <pc:sldMk cId="2677710800" sldId="266"/>
            <ac:spMk id="3" creationId="{3C0C304C-7256-41DF-B05C-213386C5A1F2}"/>
          </ac:spMkLst>
        </pc:spChg>
        <pc:picChg chg="add mod">
          <ac:chgData name="Я Uf" userId="016bc2c04a309013" providerId="LiveId" clId="{A58E2476-B2FA-4579-8142-6C18BA09130A}" dt="2026-09-03T16:38:40.975" v="467" actId="14100"/>
          <ac:picMkLst>
            <pc:docMk/>
            <pc:sldMk cId="2677710800" sldId="266"/>
            <ac:picMk id="5" creationId="{74C59182-AD5F-468A-A107-A8F25DACCA92}"/>
          </ac:picMkLst>
        </pc:picChg>
      </pc:sldChg>
      <pc:sldChg chg="addSp delSp modSp new mod">
        <pc:chgData name="Я Uf" userId="016bc2c04a309013" providerId="LiveId" clId="{A58E2476-B2FA-4579-8142-6C18BA09130A}" dt="2026-09-03T16:42:44.759" v="2317" actId="1076"/>
        <pc:sldMkLst>
          <pc:docMk/>
          <pc:sldMk cId="1796825503" sldId="267"/>
        </pc:sldMkLst>
        <pc:spChg chg="del">
          <ac:chgData name="Я Uf" userId="016bc2c04a309013" providerId="LiveId" clId="{A58E2476-B2FA-4579-8142-6C18BA09130A}" dt="2026-09-03T15:53:25.899" v="350" actId="478"/>
          <ac:spMkLst>
            <pc:docMk/>
            <pc:sldMk cId="1796825503" sldId="267"/>
            <ac:spMk id="2" creationId="{BFC96076-6615-46CA-8D0A-8F9A42553361}"/>
          </ac:spMkLst>
        </pc:spChg>
        <pc:spChg chg="del">
          <ac:chgData name="Я Uf" userId="016bc2c04a309013" providerId="LiveId" clId="{A58E2476-B2FA-4579-8142-6C18BA09130A}" dt="2026-09-03T16:41:28.535" v="521"/>
          <ac:spMkLst>
            <pc:docMk/>
            <pc:sldMk cId="1796825503" sldId="267"/>
            <ac:spMk id="3" creationId="{D355CEA7-9E68-4D3A-9A44-352E6DE966DA}"/>
          </ac:spMkLst>
        </pc:spChg>
        <pc:spChg chg="add mod">
          <ac:chgData name="Я Uf" userId="016bc2c04a309013" providerId="LiveId" clId="{A58E2476-B2FA-4579-8142-6C18BA09130A}" dt="2026-09-03T16:42:44.759" v="2317" actId="1076"/>
          <ac:spMkLst>
            <pc:docMk/>
            <pc:sldMk cId="1796825503" sldId="267"/>
            <ac:spMk id="7" creationId="{11B838FC-CF04-4DAE-8C7C-7438B761A7E1}"/>
          </ac:spMkLst>
        </pc:spChg>
        <pc:picChg chg="add mod">
          <ac:chgData name="Я Uf" userId="016bc2c04a309013" providerId="LiveId" clId="{A58E2476-B2FA-4579-8142-6C18BA09130A}" dt="2026-09-03T16:41:41.222" v="2237" actId="14100"/>
          <ac:picMkLst>
            <pc:docMk/>
            <pc:sldMk cId="1796825503" sldId="267"/>
            <ac:picMk id="3" creationId="{9BE14044-EFC5-4E63-A69B-9CF295F32496}"/>
          </ac:picMkLst>
        </pc:picChg>
        <pc:picChg chg="add mod">
          <ac:chgData name="Я Uf" userId="016bc2c04a309013" providerId="LiveId" clId="{A58E2476-B2FA-4579-8142-6C18BA09130A}" dt="2026-09-03T16:42:04.344" v="528" actId="14100"/>
          <ac:picMkLst>
            <pc:docMk/>
            <pc:sldMk cId="1796825503" sldId="267"/>
            <ac:picMk id="5" creationId="{F708C366-B040-45C2-BEFC-65C63EEA8EBB}"/>
          </ac:picMkLst>
        </pc:picChg>
        <pc:picChg chg="add mod">
          <ac:chgData name="Я Uf" userId="016bc2c04a309013" providerId="LiveId" clId="{A58E2476-B2FA-4579-8142-6C18BA09130A}" dt="2026-09-03T16:42:01.496" v="2241" actId="14100"/>
          <ac:picMkLst>
            <pc:docMk/>
            <pc:sldMk cId="1796825503" sldId="267"/>
            <ac:picMk id="6" creationId="{86484684-7043-4F80-80B0-489A58F0FFA7}"/>
          </ac:picMkLst>
        </pc:picChg>
      </pc:sldChg>
      <pc:sldChg chg="addSp delSp modSp new mod">
        <pc:chgData name="Я Uf" userId="016bc2c04a309013" providerId="LiveId" clId="{A58E2476-B2FA-4579-8142-6C18BA09130A}" dt="2026-09-03T16:50:47.915" v="2628" actId="123"/>
        <pc:sldMkLst>
          <pc:docMk/>
          <pc:sldMk cId="3089346340" sldId="268"/>
        </pc:sldMkLst>
        <pc:spChg chg="mod">
          <ac:chgData name="Я Uf" userId="016bc2c04a309013" providerId="LiveId" clId="{A58E2476-B2FA-4579-8142-6C18BA09130A}" dt="2026-09-03T15:53:19.010" v="349" actId="2711"/>
          <ac:spMkLst>
            <pc:docMk/>
            <pc:sldMk cId="3089346340" sldId="268"/>
            <ac:spMk id="2" creationId="{A359BCA8-38E4-4628-9754-89B0D2C1C0AE}"/>
          </ac:spMkLst>
        </pc:spChg>
        <pc:spChg chg="add mod">
          <ac:chgData name="Я Uf" userId="016bc2c04a309013" providerId="LiveId" clId="{A58E2476-B2FA-4579-8142-6C18BA09130A}" dt="2026-09-03T16:50:47.915" v="2628" actId="123"/>
          <ac:spMkLst>
            <pc:docMk/>
            <pc:sldMk cId="3089346340" sldId="268"/>
            <ac:spMk id="3" creationId="{23F6745B-F939-4E3F-B7BE-B1DC38DF5AF1}"/>
          </ac:spMkLst>
        </pc:spChg>
        <pc:spChg chg="del">
          <ac:chgData name="Я Uf" userId="016bc2c04a309013" providerId="LiveId" clId="{A58E2476-B2FA-4579-8142-6C18BA09130A}" dt="2026-09-03T16:40:57.797" v="514"/>
          <ac:spMkLst>
            <pc:docMk/>
            <pc:sldMk cId="3089346340" sldId="268"/>
            <ac:spMk id="3" creationId="{9591169B-4816-4F9F-B529-FF90D2B56832}"/>
          </ac:spMkLst>
        </pc:spChg>
        <pc:picChg chg="add mod">
          <ac:chgData name="Я Uf" userId="016bc2c04a309013" providerId="LiveId" clId="{A58E2476-B2FA-4579-8142-6C18BA09130A}" dt="2026-09-03T16:50:42.373" v="2626" actId="1076"/>
          <ac:picMkLst>
            <pc:docMk/>
            <pc:sldMk cId="3089346340" sldId="268"/>
            <ac:picMk id="4" creationId="{F33FB182-4D7F-40CC-8662-D6B0C31B311B}"/>
          </ac:picMkLst>
        </pc:picChg>
        <pc:picChg chg="add mod ord">
          <ac:chgData name="Я Uf" userId="016bc2c04a309013" providerId="LiveId" clId="{A58E2476-B2FA-4579-8142-6C18BA09130A}" dt="2026-09-03T16:41:19.700" v="520" actId="14100"/>
          <ac:picMkLst>
            <pc:docMk/>
            <pc:sldMk cId="3089346340" sldId="268"/>
            <ac:picMk id="5" creationId="{1AE5DCBE-EB1F-44F5-987E-EF6DD63C4218}"/>
          </ac:picMkLst>
        </pc:picChg>
        <pc:picChg chg="add mod">
          <ac:chgData name="Я Uf" userId="016bc2c04a309013" providerId="LiveId" clId="{A58E2476-B2FA-4579-8142-6C18BA09130A}" dt="2026-09-03T16:50:42.373" v="2626" actId="1076"/>
          <ac:picMkLst>
            <pc:docMk/>
            <pc:sldMk cId="3089346340" sldId="268"/>
            <ac:picMk id="6" creationId="{98CEDA00-8747-45F0-97FD-B1CC2DE27CF9}"/>
          </ac:picMkLst>
        </pc:picChg>
      </pc:sldChg>
      <pc:sldChg chg="addSp delSp modSp new mod ord">
        <pc:chgData name="Я Uf" userId="016bc2c04a309013" providerId="LiveId" clId="{A58E2476-B2FA-4579-8142-6C18BA09130A}" dt="2026-09-03T18:26:18.752" v="2180" actId="1076"/>
        <pc:sldMkLst>
          <pc:docMk/>
          <pc:sldMk cId="3833878674" sldId="269"/>
        </pc:sldMkLst>
        <pc:spChg chg="mod">
          <ac:chgData name="Я Uf" userId="016bc2c04a309013" providerId="LiveId" clId="{A58E2476-B2FA-4579-8142-6C18BA09130A}" dt="2026-09-03T17:36:50.651" v="1158" actId="1076"/>
          <ac:spMkLst>
            <pc:docMk/>
            <pc:sldMk cId="3833878674" sldId="269"/>
            <ac:spMk id="2" creationId="{5692291F-24AF-487D-ADFF-A114E8958CF8}"/>
          </ac:spMkLst>
        </pc:spChg>
        <pc:spChg chg="del mod">
          <ac:chgData name="Я Uf" userId="016bc2c04a309013" providerId="LiveId" clId="{A58E2476-B2FA-4579-8142-6C18BA09130A}" dt="2026-09-03T17:37:12.690" v="1160"/>
          <ac:spMkLst>
            <pc:docMk/>
            <pc:sldMk cId="3833878674" sldId="269"/>
            <ac:spMk id="3" creationId="{C6E625BC-C567-4FCA-868B-0110212B2D1B}"/>
          </ac:spMkLst>
        </pc:spChg>
        <pc:spChg chg="add mod">
          <ac:chgData name="Я Uf" userId="016bc2c04a309013" providerId="LiveId" clId="{A58E2476-B2FA-4579-8142-6C18BA09130A}" dt="2026-09-03T18:25:12.644" v="2116" actId="1076"/>
          <ac:spMkLst>
            <pc:docMk/>
            <pc:sldMk cId="3833878674" sldId="269"/>
            <ac:spMk id="6" creationId="{75DA9D61-877D-431B-91D3-D129FA6EB4D8}"/>
          </ac:spMkLst>
        </pc:spChg>
        <pc:spChg chg="add mod">
          <ac:chgData name="Я Uf" userId="016bc2c04a309013" providerId="LiveId" clId="{A58E2476-B2FA-4579-8142-6C18BA09130A}" dt="2026-09-03T18:26:18.752" v="2180" actId="1076"/>
          <ac:spMkLst>
            <pc:docMk/>
            <pc:sldMk cId="3833878674" sldId="269"/>
            <ac:spMk id="7" creationId="{F3CD97A1-3F66-4DEF-8F87-B1DD82F5B04A}"/>
          </ac:spMkLst>
        </pc:spChg>
        <pc:spChg chg="add del mod">
          <ac:chgData name="Я Uf" userId="016bc2c04a309013" providerId="LiveId" clId="{A58E2476-B2FA-4579-8142-6C18BA09130A}" dt="2026-09-03T17:45:24.313" v="1267" actId="478"/>
          <ac:spMkLst>
            <pc:docMk/>
            <pc:sldMk cId="3833878674" sldId="269"/>
            <ac:spMk id="8" creationId="{A8C9363E-5186-4766-85B9-7837886163B9}"/>
          </ac:spMkLst>
        </pc:spChg>
        <pc:spChg chg="add mod">
          <ac:chgData name="Я Uf" userId="016bc2c04a309013" providerId="LiveId" clId="{A58E2476-B2FA-4579-8142-6C18BA09130A}" dt="2026-09-03T18:25:16.864" v="2118" actId="1076"/>
          <ac:spMkLst>
            <pc:docMk/>
            <pc:sldMk cId="3833878674" sldId="269"/>
            <ac:spMk id="10" creationId="{AC8BAFCE-6355-4993-A33D-52469F200DDA}"/>
          </ac:spMkLst>
        </pc:spChg>
        <pc:picChg chg="add mod">
          <ac:chgData name="Я Uf" userId="016bc2c04a309013" providerId="LiveId" clId="{A58E2476-B2FA-4579-8142-6C18BA09130A}" dt="2026-09-03T18:25:35.048" v="2123" actId="14100"/>
          <ac:picMkLst>
            <pc:docMk/>
            <pc:sldMk cId="3833878674" sldId="269"/>
            <ac:picMk id="3" creationId="{EA78E791-26F6-449D-9292-25DBA4A02E0E}"/>
          </ac:picMkLst>
        </pc:picChg>
        <pc:picChg chg="add mod ord">
          <ac:chgData name="Я Uf" userId="016bc2c04a309013" providerId="LiveId" clId="{A58E2476-B2FA-4579-8142-6C18BA09130A}" dt="2026-09-03T17:35:40.806" v="1098" actId="167"/>
          <ac:picMkLst>
            <pc:docMk/>
            <pc:sldMk cId="3833878674" sldId="269"/>
            <ac:picMk id="4" creationId="{F58C9781-7E9A-4EE0-827F-4F3B052A2079}"/>
          </ac:picMkLst>
        </pc:picChg>
        <pc:picChg chg="add mod">
          <ac:chgData name="Я Uf" userId="016bc2c04a309013" providerId="LiveId" clId="{A58E2476-B2FA-4579-8142-6C18BA09130A}" dt="2026-09-03T18:25:10.103" v="2115" actId="1076"/>
          <ac:picMkLst>
            <pc:docMk/>
            <pc:sldMk cId="3833878674" sldId="269"/>
            <ac:picMk id="5" creationId="{8405E49D-833D-4C23-BD2F-6D72B4985184}"/>
          </ac:picMkLst>
        </pc:picChg>
        <pc:picChg chg="add del mod">
          <ac:chgData name="Я Uf" userId="016bc2c04a309013" providerId="LiveId" clId="{A58E2476-B2FA-4579-8142-6C18BA09130A}" dt="2026-09-03T17:45:06.244" v="1244" actId="478"/>
          <ac:picMkLst>
            <pc:docMk/>
            <pc:sldMk cId="3833878674" sldId="269"/>
            <ac:picMk id="7" creationId="{4BF61E65-CDFC-46C0-BDBD-BE63D83D960F}"/>
          </ac:picMkLst>
        </pc:picChg>
        <pc:picChg chg="add mod">
          <ac:chgData name="Я Uf" userId="016bc2c04a309013" providerId="LiveId" clId="{A58E2476-B2FA-4579-8142-6C18BA09130A}" dt="2026-09-03T18:25:14.907" v="2117" actId="1076"/>
          <ac:picMkLst>
            <pc:docMk/>
            <pc:sldMk cId="3833878674" sldId="269"/>
            <ac:picMk id="9" creationId="{3BAE71FF-1D9C-4BB5-9D75-701A23CE0F7E}"/>
          </ac:picMkLst>
        </pc:picChg>
      </pc:sldChg>
      <pc:sldChg chg="modSp new del mod">
        <pc:chgData name="Я Uf" userId="016bc2c04a309013" providerId="LiveId" clId="{A58E2476-B2FA-4579-8142-6C18BA09130A}" dt="2026-09-03T17:56:33.259" v="1375" actId="2696"/>
        <pc:sldMkLst>
          <pc:docMk/>
          <pc:sldMk cId="1740630265" sldId="270"/>
        </pc:sldMkLst>
        <pc:spChg chg="mod">
          <ac:chgData name="Я Uf" userId="016bc2c04a309013" providerId="LiveId" clId="{A58E2476-B2FA-4579-8142-6C18BA09130A}" dt="2026-09-03T17:56:25.991" v="1374" actId="20577"/>
          <ac:spMkLst>
            <pc:docMk/>
            <pc:sldMk cId="1740630265" sldId="270"/>
            <ac:spMk id="2" creationId="{EB081C1F-6300-49B6-96D8-29B1F9062C90}"/>
          </ac:spMkLst>
        </pc:spChg>
      </pc:sldChg>
      <pc:sldChg chg="addSp delSp modSp new mod">
        <pc:chgData name="Я Uf" userId="016bc2c04a309013" providerId="LiveId" clId="{A58E2476-B2FA-4579-8142-6C18BA09130A}" dt="2026-09-03T18:01:59.912" v="1635" actId="20577"/>
        <pc:sldMkLst>
          <pc:docMk/>
          <pc:sldMk cId="2336938413" sldId="270"/>
        </pc:sldMkLst>
        <pc:spChg chg="del">
          <ac:chgData name="Я Uf" userId="016bc2c04a309013" providerId="LiveId" clId="{A58E2476-B2FA-4579-8142-6C18BA09130A}" dt="2026-09-03T17:56:50.333" v="1377" actId="478"/>
          <ac:spMkLst>
            <pc:docMk/>
            <pc:sldMk cId="2336938413" sldId="270"/>
            <ac:spMk id="2" creationId="{E79E550C-F441-401F-97EA-B10A106E4B0B}"/>
          </ac:spMkLst>
        </pc:spChg>
        <pc:spChg chg="del mod">
          <ac:chgData name="Я Uf" userId="016bc2c04a309013" providerId="LiveId" clId="{A58E2476-B2FA-4579-8142-6C18BA09130A}" dt="2026-09-03T17:57:29.563" v="1381"/>
          <ac:spMkLst>
            <pc:docMk/>
            <pc:sldMk cId="2336938413" sldId="270"/>
            <ac:spMk id="3" creationId="{671B8FCE-CEF1-4DB8-AD57-468DA6376914}"/>
          </ac:spMkLst>
        </pc:spChg>
        <pc:spChg chg="add mod">
          <ac:chgData name="Я Uf" userId="016bc2c04a309013" providerId="LiveId" clId="{A58E2476-B2FA-4579-8142-6C18BA09130A}" dt="2026-09-03T18:01:59.912" v="1635" actId="20577"/>
          <ac:spMkLst>
            <pc:docMk/>
            <pc:sldMk cId="2336938413" sldId="270"/>
            <ac:spMk id="7" creationId="{3D72E7AC-36E0-4920-BC57-0AC7700785BF}"/>
          </ac:spMkLst>
        </pc:spChg>
        <pc:picChg chg="add mod ord">
          <ac:chgData name="Я Uf" userId="016bc2c04a309013" providerId="LiveId" clId="{A58E2476-B2FA-4579-8142-6C18BA09130A}" dt="2026-09-03T17:56:59.573" v="1380" actId="167"/>
          <ac:picMkLst>
            <pc:docMk/>
            <pc:sldMk cId="2336938413" sldId="270"/>
            <ac:picMk id="4" creationId="{ACAC2D41-65A4-4FF3-802D-99F248F2DBEE}"/>
          </ac:picMkLst>
        </pc:picChg>
        <pc:picChg chg="add mod">
          <ac:chgData name="Я Uf" userId="016bc2c04a309013" providerId="LiveId" clId="{A58E2476-B2FA-4579-8142-6C18BA09130A}" dt="2026-09-03T18:00:47.237" v="1619" actId="14100"/>
          <ac:picMkLst>
            <pc:docMk/>
            <pc:sldMk cId="2336938413" sldId="270"/>
            <ac:picMk id="6" creationId="{B45CE14B-90EC-4727-AEDB-D1A21BDB3C45}"/>
          </ac:picMkLst>
        </pc:picChg>
        <pc:picChg chg="add mod">
          <ac:chgData name="Я Uf" userId="016bc2c04a309013" providerId="LiveId" clId="{A58E2476-B2FA-4579-8142-6C18BA09130A}" dt="2026-09-03T18:00:55.627" v="1622" actId="14100"/>
          <ac:picMkLst>
            <pc:docMk/>
            <pc:sldMk cId="2336938413" sldId="270"/>
            <ac:picMk id="9" creationId="{5BF793F2-E222-456E-B186-18DB20B9200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E23BA-F917-48ED-A7D5-E02F57766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B186D5D9-804C-4C72-B395-4C63A00B2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92F2212-1D55-4EBE-8FEC-36BCDE7A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302C-8C90-4E16-B748-1266BB0512E3}" type="datetimeFigureOut">
              <a:rPr lang="uk-UA" smtClean="0"/>
              <a:t>03.09.2026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11C24AD-528A-4A9A-8A0F-F26A2E7D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31C4266-1820-48E5-8470-FB3DE2CB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9782-09E0-4A9D-8A97-E64A229EB8D5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88966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2134A-3C69-40BB-869D-8CEAFF5A2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6248612-FEEA-4738-9151-149D29623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59386DF-8C44-4D9B-A003-23E537A51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302C-8C90-4E16-B748-1266BB0512E3}" type="datetimeFigureOut">
              <a:rPr lang="uk-UA" smtClean="0"/>
              <a:t>03.09.2026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BA0115E-DD3B-486D-AF54-433E81843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A72DCEF-87BA-4214-917A-962BF27CB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9782-09E0-4A9D-8A97-E64A229EB8D5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6466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45BF2C-17DA-4FB9-A704-1BFD9801A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1581A77-7458-4942-8722-23B499EE5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32A2E8A-8658-4100-B0C0-A3897DD76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302C-8C90-4E16-B748-1266BB0512E3}" type="datetimeFigureOut">
              <a:rPr lang="uk-UA" smtClean="0"/>
              <a:t>03.09.2026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9EFC5C8-74DA-46D4-9B0E-F2036CC0C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8698AE3-1C64-4BE6-9B48-4E40BC880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9782-09E0-4A9D-8A97-E64A229EB8D5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79211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7D2BDF-96A8-4EF0-AF9C-3B9879DB8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656099A-323A-410F-9F66-7C88874C7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DF4ABCE-6B05-4FE1-8133-B61823A23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A470153-441A-496C-8381-6D40156B3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302C-8C90-4E16-B748-1266BB0512E3}" type="datetimeFigureOut">
              <a:rPr lang="uk-UA" smtClean="0"/>
              <a:t>03.09.2026</a:t>
            </a:fld>
            <a:endParaRPr lang="uk-UA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5304D5D-739A-4269-A210-57240460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4ADF037-FDEE-424C-818A-ED45AC1BD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9782-09E0-4A9D-8A97-E64A229EB8D5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1378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9305B-A34D-4054-8F09-B5E393D13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C4D8087-1DDF-45E2-8572-D795003E2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BC13665-EF27-497D-B466-1E2B90462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7A1145C9-63F8-4C84-A070-13FF8AA93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FA5FEA67-30D2-4B8A-81E5-3752AEC50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D8E09FC-70DF-472A-A539-F50EC4B3C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302C-8C90-4E16-B748-1266BB0512E3}" type="datetimeFigureOut">
              <a:rPr lang="uk-UA" smtClean="0"/>
              <a:t>03.09.2026</a:t>
            </a:fld>
            <a:endParaRPr lang="uk-UA" dirty="0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C7BD9D7C-14F3-4EA1-8ABE-CC67ADB5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128B0AA9-EA02-447C-B3C0-5204F1E9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9782-09E0-4A9D-8A97-E64A229EB8D5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6878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FBDFE-4640-4AAD-9B9E-22B83D68C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CCA8BC13-D767-4DFE-8614-19CB891D3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302C-8C90-4E16-B748-1266BB0512E3}" type="datetimeFigureOut">
              <a:rPr lang="uk-UA" smtClean="0"/>
              <a:t>03.09.2026</a:t>
            </a:fld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4049E7B4-EC85-403D-8CAC-3B38B552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74C88A4-4420-4E60-97EE-C92702D17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9782-09E0-4A9D-8A97-E64A229EB8D5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24073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540CB7D-58F1-418A-B622-B17C5E976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302C-8C90-4E16-B748-1266BB0512E3}" type="datetimeFigureOut">
              <a:rPr lang="uk-UA" smtClean="0"/>
              <a:t>03.09.2026</a:t>
            </a:fld>
            <a:endParaRPr lang="uk-UA" dirty="0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3DE991CA-FF49-46EB-B726-7E8CF2B33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5FCC92F-4151-4DC6-B671-F080C2DE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9782-09E0-4A9D-8A97-E64A229EB8D5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87451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514EF-D43B-4723-B6F7-1D5BCED51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755D417-D582-4980-B2D8-41ACE3A42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EDDF3E6-0E0C-42F7-99C8-F752FE32F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89D1F79-101C-428A-9E68-80085BEA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302C-8C90-4E16-B748-1266BB0512E3}" type="datetimeFigureOut">
              <a:rPr lang="uk-UA" smtClean="0"/>
              <a:t>03.09.2026</a:t>
            </a:fld>
            <a:endParaRPr lang="uk-UA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FD27F7F-D28D-43E1-B53B-9057E77A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B5677F1-C529-40DF-A885-7FD7851DD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9782-09E0-4A9D-8A97-E64A229EB8D5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0430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C8BAC9-45A8-4163-8071-A1FFFEC71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8B56A7F6-7822-4BC7-B657-A9957ACE20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 dirty="0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CA5C80F-0831-4D52-98ED-A48837F69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F618423-4F54-490F-AB2F-658B4697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302C-8C90-4E16-B748-1266BB0512E3}" type="datetimeFigureOut">
              <a:rPr lang="uk-UA" smtClean="0"/>
              <a:t>03.09.2026</a:t>
            </a:fld>
            <a:endParaRPr lang="uk-UA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9935317-FEA4-4A86-9ACC-B0D2851D2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F127DDF-4D2A-47F7-A608-529F1239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9782-09E0-4A9D-8A97-E64A229EB8D5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44183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82831-27AE-4F74-A10D-B871783CA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13B8769-E55B-4FC6-84A3-ABB34FF1E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739EE1B-A57C-42DA-A5B0-C2299BA4A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302C-8C90-4E16-B748-1266BB0512E3}" type="datetimeFigureOut">
              <a:rPr lang="uk-UA" smtClean="0"/>
              <a:t>03.09.2026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B298A4E-4A03-4683-A6F7-5D163B08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80C78D4-53F8-46A0-9B98-41232CC0C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9782-09E0-4A9D-8A97-E64A229EB8D5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88766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D9A299C3-14EA-480F-8C01-5807AC773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E118182-3579-4542-A066-8BAAD053B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2C7A070-EF4F-4E06-A363-E1EB496C8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302C-8C90-4E16-B748-1266BB0512E3}" type="datetimeFigureOut">
              <a:rPr lang="uk-UA" smtClean="0"/>
              <a:t>03.09.2026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05FEE1B-74D0-4ED6-937D-6A838E83E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01B1E75-E858-4117-8D11-78EC786D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99782-09E0-4A9D-8A97-E64A229EB8D5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2141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EC8C505-7B3D-4B2D-BC8D-B3748AC31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B2BDA2C-6B09-4D33-A57B-A369B14A9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3D16FDD-5AA1-443C-B739-4A9EAD098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5302C-8C90-4E16-B748-1266BB0512E3}" type="datetimeFigureOut">
              <a:rPr lang="uk-UA" smtClean="0"/>
              <a:t>03.09.2026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1F71C53-6D6F-42AB-A44A-D60C8ED71A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87BFF07-1C9E-4BD4-940C-1415BBD47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99782-09E0-4A9D-8A97-E64A229EB8D5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53762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64A8F0-A564-4A27-96C7-F552C006C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A6543-75C5-4DCB-9953-1670B0653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406400"/>
            <a:ext cx="10076329" cy="2387600"/>
          </a:xfrm>
        </p:spPr>
        <p:txBody>
          <a:bodyPr>
            <a:normAutofit fontScale="90000"/>
          </a:bodyPr>
          <a:lstStyle/>
          <a:p>
            <a:r>
              <a:rPr lang="hr-HR" dirty="0">
                <a:latin typeface="+mn-lt"/>
              </a:rPr>
              <a:t>Razvoj primjene laserske trijangulacije na platformi BlueROV2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4CE29FF4-D62F-494D-95CE-AB3494CA1D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019332"/>
            <a:ext cx="10076328" cy="1655762"/>
          </a:xfrm>
        </p:spPr>
        <p:txBody>
          <a:bodyPr/>
          <a:lstStyle/>
          <a:p>
            <a:r>
              <a:rPr lang="hr-HR" sz="3200" i="1" dirty="0"/>
              <a:t>Napravio je Dmytro Sydorenko</a:t>
            </a:r>
          </a:p>
          <a:p>
            <a:endParaRPr lang="uk-UA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CB1503E-6CCD-4AD5-9484-1DB604160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697" y="4292320"/>
            <a:ext cx="2149009" cy="172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3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Місце для вмісту 15">
            <a:extLst>
              <a:ext uri="{FF2B5EF4-FFF2-40B4-BE49-F238E27FC236}">
                <a16:creationId xmlns:a16="http://schemas.microsoft.com/office/drawing/2014/main" id="{8499D1A6-C8B0-44DE-B2F4-56DD60B32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C4C38-ACE2-4FB6-BE84-CCF989AE1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+mn-lt"/>
              </a:rPr>
              <a:t>Opis ronilice BlueROV2</a:t>
            </a:r>
            <a:endParaRPr lang="uk-UA" dirty="0">
              <a:latin typeface="+mn-lt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5AE750E-B141-41A7-80A1-ADCE79379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41" y="1690688"/>
            <a:ext cx="4240306" cy="318023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BDFBD96-6216-48F3-A53D-29B6E3D1B9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684660" y="763618"/>
            <a:ext cx="2798528" cy="497516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BD0DD34-9CD6-427A-8FC1-20FCE7CB9A5F}"/>
              </a:ext>
            </a:extLst>
          </p:cNvPr>
          <p:cNvSpPr txBox="1"/>
          <p:nvPr/>
        </p:nvSpPr>
        <p:spPr>
          <a:xfrm>
            <a:off x="573741" y="4870918"/>
            <a:ext cx="3944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Pogled na podmornicu ispred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E091CF-7EC0-4E06-949E-FFDDFF05D8B0}"/>
              </a:ext>
            </a:extLst>
          </p:cNvPr>
          <p:cNvSpPr txBox="1"/>
          <p:nvPr/>
        </p:nvSpPr>
        <p:spPr>
          <a:xfrm>
            <a:off x="5596343" y="4650463"/>
            <a:ext cx="3944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Položaj lasera na podmornici (odozgo)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764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19A1BC8F-415A-4CBC-9F19-45F0048D5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27EB4C4-842D-40E8-8E29-473D728C1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392" y="152401"/>
            <a:ext cx="4337779" cy="438374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84270A9-72F3-49D4-8C40-474FD3E8B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227" y="152401"/>
            <a:ext cx="1981115" cy="54684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812B54-DFF6-4E52-8801-4C5D9EBBC758}"/>
              </a:ext>
            </a:extLst>
          </p:cNvPr>
          <p:cNvSpPr txBox="1"/>
          <p:nvPr/>
        </p:nvSpPr>
        <p:spPr>
          <a:xfrm>
            <a:off x="3350342" y="869577"/>
            <a:ext cx="26176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Izbornik koji omogućuje pristup svim parametrima BlueROV-a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F668B-8F9B-4677-A09B-9BD29167ACCD}"/>
              </a:ext>
            </a:extLst>
          </p:cNvPr>
          <p:cNvSpPr txBox="1"/>
          <p:nvPr/>
        </p:nvSpPr>
        <p:spPr>
          <a:xfrm>
            <a:off x="6739392" y="4536143"/>
            <a:ext cx="3092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Prozor za podešavanje postavki kamere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61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9EE5A0C4-1F3F-4CEB-8B77-B8DF5A1F54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8973AE-96DA-4308-A7F6-13F52F6B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+mn-lt"/>
              </a:rPr>
              <a:t>Postavljanje programskog paketa</a:t>
            </a:r>
            <a:endParaRPr lang="uk-UA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33EE6-77BB-463A-8C21-4CAA9457E8D1}"/>
              </a:ext>
            </a:extLst>
          </p:cNvPr>
          <p:cNvSpPr txBox="1"/>
          <p:nvPr/>
        </p:nvSpPr>
        <p:spPr>
          <a:xfrm>
            <a:off x="838200" y="1686481"/>
            <a:ext cx="7431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Najbitnije stvari potrebne za implementaciju paketa: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Stvaranje odgovarajuće mreže za povezivanje s ronilicom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Pokretanje </a:t>
            </a:r>
            <a:r>
              <a:rPr lang="hr-H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colcon build </a:t>
            </a:r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naredbe u odgovarajućem direktoriju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F0CCF75-D0C2-45D4-B4E3-B4AE08051AE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76" y="4118626"/>
            <a:ext cx="7606553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575F09-5AF5-4F11-A1E4-10DB5A1C672D}"/>
              </a:ext>
            </a:extLst>
          </p:cNvPr>
          <p:cNvSpPr txBox="1"/>
          <p:nvPr/>
        </p:nvSpPr>
        <p:spPr>
          <a:xfrm>
            <a:off x="945776" y="3749294"/>
            <a:ext cx="5813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Izgled stabla čvorova nakon uspješnog postavljanja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E434EB7-E144-45A7-971D-15B50FD2A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139" y="3749294"/>
            <a:ext cx="1999661" cy="15058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EF0B43-A9F2-47EB-95E1-26B069EA3545}"/>
              </a:ext>
            </a:extLst>
          </p:cNvPr>
          <p:cNvSpPr txBox="1"/>
          <p:nvPr/>
        </p:nvSpPr>
        <p:spPr>
          <a:xfrm>
            <a:off x="9354139" y="5255137"/>
            <a:ext cx="1810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 alat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569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ісце для вмісту 6">
            <a:extLst>
              <a:ext uri="{FF2B5EF4-FFF2-40B4-BE49-F238E27FC236}">
                <a16:creationId xmlns:a16="http://schemas.microsoft.com/office/drawing/2014/main" id="{ACAC2D41-65A4-4FF3-802D-99F248F2D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B45CE14B-90EC-4727-AEDB-D1A21BDB3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73" y="491372"/>
            <a:ext cx="4027319" cy="454679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72E7AC-36E0-4920-BC57-0AC7700785BF}"/>
              </a:ext>
            </a:extLst>
          </p:cNvPr>
          <p:cNvSpPr txBox="1"/>
          <p:nvPr/>
        </p:nvSpPr>
        <p:spPr>
          <a:xfrm>
            <a:off x="4215892" y="491371"/>
            <a:ext cx="32631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Prikaz dvije rabljene maske koje služe svrhi da korisnik razumije koje parametre točno mora namijestiti kako bi sustav ispravno proradio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BF793F2-E222-456E-B186-18DB20B92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045" y="491370"/>
            <a:ext cx="4215892" cy="465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938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ісце для вмісту 4">
            <a:extLst>
              <a:ext uri="{FF2B5EF4-FFF2-40B4-BE49-F238E27FC236}">
                <a16:creationId xmlns:a16="http://schemas.microsoft.com/office/drawing/2014/main" id="{F58C9781-7E9A-4EE0-827F-4F3B052A2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92291F-24AF-487D-ADFF-A114E8958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59" y="392019"/>
            <a:ext cx="10515600" cy="1325563"/>
          </a:xfrm>
        </p:spPr>
        <p:txBody>
          <a:bodyPr/>
          <a:lstStyle/>
          <a:p>
            <a:r>
              <a:rPr lang="hr-HR" dirty="0">
                <a:latin typeface="+mn-lt"/>
              </a:rPr>
              <a:t>Pretraga točaka odgovarajućih parametara </a:t>
            </a:r>
            <a:endParaRPr lang="uk-UA" dirty="0">
              <a:latin typeface="+mn-lt"/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8405E49D-833D-4C23-BD2F-6D72B498518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059" y="1717582"/>
            <a:ext cx="3389463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DA9D61-877D-431B-91D3-D129FA6EB4D8}"/>
              </a:ext>
            </a:extLst>
          </p:cNvPr>
          <p:cNvSpPr txBox="1"/>
          <p:nvPr/>
        </p:nvSpPr>
        <p:spPr>
          <a:xfrm>
            <a:off x="112059" y="6068920"/>
            <a:ext cx="3389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Popis parametara boje i geometrije lasera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BAE71FF-1D9C-4BB5-9D75-701A23CE0F7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922348" y="1717582"/>
            <a:ext cx="4347304" cy="10751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8BAFCE-6355-4993-A33D-52469F200DDA}"/>
              </a:ext>
            </a:extLst>
          </p:cNvPr>
          <p:cNvSpPr txBox="1"/>
          <p:nvPr/>
        </p:nvSpPr>
        <p:spPr>
          <a:xfrm>
            <a:off x="3922348" y="2780720"/>
            <a:ext cx="4347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„Bodovanje” kandidata radi poboljšanja ugađanja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78E791-26F6-449D-9292-25DBA4A02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072" y="1721471"/>
            <a:ext cx="3715870" cy="4376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CD97A1-3F66-4DEF-8F87-B1DD82F5B04A}"/>
              </a:ext>
            </a:extLst>
          </p:cNvPr>
          <p:cNvSpPr txBox="1"/>
          <p:nvPr/>
        </p:nvSpPr>
        <p:spPr>
          <a:xfrm>
            <a:off x="8364072" y="6097671"/>
            <a:ext cx="375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Pode</a:t>
            </a:r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šavanje parametara u live-režimu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878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6C4F914B-AB3B-4012-9569-9B3040555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40BD7-C8F4-47BA-967C-7DC210CF8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70" y="616136"/>
            <a:ext cx="10515600" cy="1325563"/>
          </a:xfrm>
        </p:spPr>
        <p:txBody>
          <a:bodyPr/>
          <a:lstStyle/>
          <a:p>
            <a:r>
              <a:rPr lang="hr-HR" dirty="0">
                <a:latin typeface="+mn-lt"/>
              </a:rPr>
              <a:t>Način rada koda (osnovno geometrijsko težište)</a:t>
            </a:r>
            <a:endParaRPr lang="uk-UA" dirty="0">
              <a:latin typeface="+mn-lt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F0E0F6-5FD2-48D3-B48E-8E1D72891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4" y="2110101"/>
            <a:ext cx="4029637" cy="353426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6884AC6-C427-4753-AA93-81B2799F6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487" y="2110101"/>
            <a:ext cx="5010849" cy="25340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E09BE1-42DD-468C-B0A4-F242F0DA3F2B}"/>
              </a:ext>
            </a:extLst>
          </p:cNvPr>
          <p:cNvSpPr txBox="1"/>
          <p:nvPr/>
        </p:nvSpPr>
        <p:spPr>
          <a:xfrm>
            <a:off x="656664" y="5644369"/>
            <a:ext cx="3789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Odabir kandidata prije njihovog vrednovanja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D1425E-D2FF-4BB5-87A8-398174FBCC7F}"/>
              </a:ext>
            </a:extLst>
          </p:cNvPr>
          <p:cNvSpPr txBox="1"/>
          <p:nvPr/>
        </p:nvSpPr>
        <p:spPr>
          <a:xfrm>
            <a:off x="6524487" y="4653070"/>
            <a:ext cx="5010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Kreiranje maski za obradu slike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135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81C99BB8-4479-4D7E-A841-56276DB51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98621-5E69-461E-8682-80C3451BE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+mn-lt"/>
              </a:rPr>
              <a:t>Način rada koda (V-kanal)</a:t>
            </a:r>
            <a:endParaRPr lang="uk-UA" dirty="0">
              <a:latin typeface="+mn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136A4D7-7D75-404F-9A61-F260D7A3C2F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22226" y="1809638"/>
            <a:ext cx="2868146" cy="22888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BF92E9-1D2F-4084-8ECA-AFDCC7FDEB9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486071" y="1809638"/>
            <a:ext cx="2813834" cy="50781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5C7508C-DF78-4B34-A32E-3992921DEF9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38200" y="2972670"/>
            <a:ext cx="4092351" cy="19017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938F974-30E2-4B17-A02C-B71E7F6FD48E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486071" y="3513670"/>
            <a:ext cx="2813833" cy="6280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C2ACF4-AA5F-4961-8D6F-D931B1CF0564}"/>
              </a:ext>
            </a:extLst>
          </p:cNvPr>
          <p:cNvSpPr txBox="1"/>
          <p:nvPr/>
        </p:nvSpPr>
        <p:spPr>
          <a:xfrm>
            <a:off x="922226" y="2063544"/>
            <a:ext cx="467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Ključni dio metode: izdvajanje kanala svjetline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6737C2-B800-46FC-9A43-E86A9A8797A2}"/>
              </a:ext>
            </a:extLst>
          </p:cNvPr>
          <p:cNvSpPr txBox="1"/>
          <p:nvPr/>
        </p:nvSpPr>
        <p:spPr>
          <a:xfrm>
            <a:off x="7486071" y="2317451"/>
            <a:ext cx="4311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Izdvajanje svih kontura koje zadovoljavaju kriterije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604931-8EC3-4427-BF60-3C40908F74C4}"/>
              </a:ext>
            </a:extLst>
          </p:cNvPr>
          <p:cNvSpPr txBox="1"/>
          <p:nvPr/>
        </p:nvSpPr>
        <p:spPr>
          <a:xfrm>
            <a:off x="838200" y="4885241"/>
            <a:ext cx="4222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Stvaranje maski unutar izdvojenih kontura te naknadno čišćenje slike od ostalih piksela (postavljaju se na vrijednost 0)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8B54F4-C94E-4C4B-A1D2-4F954122EF12}"/>
              </a:ext>
            </a:extLst>
          </p:cNvPr>
          <p:cNvSpPr txBox="1"/>
          <p:nvPr/>
        </p:nvSpPr>
        <p:spPr>
          <a:xfrm>
            <a:off x="7486071" y="4141694"/>
            <a:ext cx="3567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Dobivanje konačnih koordinata koje nisu cijeli brojevi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471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B7C3D0-D368-4D87-8FF0-AC938C568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EF7E38-26B5-4585-84AC-0F86D1F10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+mn-lt"/>
              </a:rPr>
              <a:t>Simulacija</a:t>
            </a:r>
            <a:endParaRPr lang="uk-UA" dirty="0">
              <a:latin typeface="+mn-lt"/>
            </a:endParaRPr>
          </a:p>
        </p:txBody>
      </p:sp>
      <p:sp>
        <p:nvSpPr>
          <p:cNvPr id="3" name="AutoShape 2" descr="Попередній перегляд зображення">
            <a:extLst>
              <a:ext uri="{FF2B5EF4-FFF2-40B4-BE49-F238E27FC236}">
                <a16:creationId xmlns:a16="http://schemas.microsoft.com/office/drawing/2014/main" id="{B2A72120-C73C-4D94-829D-D474FCC543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456765"/>
            <a:ext cx="2124635" cy="212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F2B05AFC-DC7D-47EE-86C0-9C3482543F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3901" y="1456765"/>
            <a:ext cx="5219854" cy="258855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FF1E41-DBD0-47F1-8E0C-10757AF94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136" y="1456765"/>
            <a:ext cx="3724275" cy="33909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A00C971-A14F-4F5E-9983-F46A7FF99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02" y="4007035"/>
            <a:ext cx="5219854" cy="28112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D59AB6-6448-443A-AFC4-57F38D7CBC67}"/>
              </a:ext>
            </a:extLst>
          </p:cNvPr>
          <p:cNvSpPr txBox="1"/>
          <p:nvPr/>
        </p:nvSpPr>
        <p:spPr>
          <a:xfrm>
            <a:off x="6276136" y="4856630"/>
            <a:ext cx="3492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Prikaz izgleda simulacije 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223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F708C366-B040-45C2-BEFC-65C63EEA8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E14044-EFC5-4E63-A69B-9CF295F32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29" y="340658"/>
            <a:ext cx="4943544" cy="47781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6484684-7043-4F80-80B0-489A58F0F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7673" y="340658"/>
            <a:ext cx="4943544" cy="47781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B838FC-CF04-4DAE-8C7C-7438B761A7E1}"/>
              </a:ext>
            </a:extLst>
          </p:cNvPr>
          <p:cNvSpPr txBox="1"/>
          <p:nvPr/>
        </p:nvSpPr>
        <p:spPr>
          <a:xfrm>
            <a:off x="274129" y="5118846"/>
            <a:ext cx="3451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Primjena sustava laserske trijangulacije u simulaciji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25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1AE5DCBE-EB1F-44F5-987E-EF6DD63C4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9BCA8-38E4-4628-9754-89B0D2C1C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+mn-lt"/>
              </a:rPr>
              <a:t>Zaključak</a:t>
            </a:r>
            <a:endParaRPr lang="uk-UA" dirty="0">
              <a:latin typeface="+mn-l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3FB182-4D7F-40CC-8662-D6B0C31B311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19100" y="1501326"/>
            <a:ext cx="8835279" cy="254175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CEDA00-8747-45F0-97FD-B1CC2DE27CF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19100" y="4043082"/>
            <a:ext cx="8835278" cy="23397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F6745B-F939-4E3F-B7BE-B1DC38DF5AF1}"/>
              </a:ext>
            </a:extLst>
          </p:cNvPr>
          <p:cNvSpPr txBox="1"/>
          <p:nvPr/>
        </p:nvSpPr>
        <p:spPr>
          <a:xfrm>
            <a:off x="9254378" y="3682035"/>
            <a:ext cx="29376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Grafovi koji pokazuju učinkovitost rada algoritma (mora se uzeti u obzir da je provjera provedena unutar simulacijskog okruženja)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346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16F13342-EF0F-4EAF-B728-CA274FBDEB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2050" name="Picture 2" descr="Object Detection using CNN: An Introduction to the YOLO Algorithm | by  Fatimazahra Belharar | Medium">
            <a:extLst>
              <a:ext uri="{FF2B5EF4-FFF2-40B4-BE49-F238E27FC236}">
                <a16:creationId xmlns:a16="http://schemas.microsoft.com/office/drawing/2014/main" id="{E02782DF-3081-4147-A299-3076FBDE2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65" y="1665474"/>
            <a:ext cx="7611036" cy="2212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DBEC75-42D9-4D17-B111-CF8DFE8F88BA}"/>
              </a:ext>
            </a:extLst>
          </p:cNvPr>
          <p:cNvSpPr txBox="1"/>
          <p:nvPr/>
        </p:nvSpPr>
        <p:spPr>
          <a:xfrm>
            <a:off x="466164" y="761563"/>
            <a:ext cx="6598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4400" dirty="0"/>
              <a:t>Smjernice za daljnji razvoj</a:t>
            </a:r>
            <a:endParaRPr lang="uk-UA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6E8A40-F6A6-49D1-90BE-927F79F54190}"/>
              </a:ext>
            </a:extLst>
          </p:cNvPr>
          <p:cNvSpPr txBox="1"/>
          <p:nvPr/>
        </p:nvSpPr>
        <p:spPr>
          <a:xfrm>
            <a:off x="466164" y="3878239"/>
            <a:ext cx="4706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Korištenje konvolucijske neuronske mreže. Izvor slike: https://medium.com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Optical Filters - Phillips Safety">
            <a:extLst>
              <a:ext uri="{FF2B5EF4-FFF2-40B4-BE49-F238E27FC236}">
                <a16:creationId xmlns:a16="http://schemas.microsoft.com/office/drawing/2014/main" id="{AA96F69C-52D4-462F-AE16-0D0BDAA15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6301" y="1531004"/>
            <a:ext cx="3330546" cy="2949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2ADCF5-A743-40CD-BD47-BFEA08C22B85}"/>
              </a:ext>
            </a:extLst>
          </p:cNvPr>
          <p:cNvSpPr txBox="1"/>
          <p:nvPr/>
        </p:nvSpPr>
        <p:spPr>
          <a:xfrm>
            <a:off x="8646301" y="4480565"/>
            <a:ext cx="293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Optički filtar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1568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224</Words>
  <Application>Microsoft Office PowerPoint</Application>
  <PresentationFormat>Широкий екран</PresentationFormat>
  <Paragraphs>34</Paragraphs>
  <Slides>12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Razvoj primjene laserske trijangulacije na platformi BlueROV2</vt:lpstr>
      <vt:lpstr>Opis ronilice BlueROV2</vt:lpstr>
      <vt:lpstr>Презентація PowerPoint</vt:lpstr>
      <vt:lpstr>Postavljanje programskog paketa</vt:lpstr>
      <vt:lpstr>Презентація PowerPoint</vt:lpstr>
      <vt:lpstr>Pretraga točaka odgovarajućih parametara </vt:lpstr>
      <vt:lpstr>Način rada koda (osnovno geometrijsko težište)</vt:lpstr>
      <vt:lpstr>Način rada koda (V-kanal)</vt:lpstr>
      <vt:lpstr>Simulacija</vt:lpstr>
      <vt:lpstr>Презентація PowerPoint</vt:lpstr>
      <vt:lpstr>Zaključak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Я Uf</dc:creator>
  <cp:lastModifiedBy>Я Uf</cp:lastModifiedBy>
  <cp:revision>6</cp:revision>
  <dcterms:created xsi:type="dcterms:W3CDTF">2026-09-02T22:06:06Z</dcterms:created>
  <dcterms:modified xsi:type="dcterms:W3CDTF">2026-09-03T16:50:50Z</dcterms:modified>
</cp:coreProperties>
</file>